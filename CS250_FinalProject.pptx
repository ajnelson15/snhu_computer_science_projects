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6" r:id="rId1"/>
  </p:sldMasterIdLst>
  <p:notesMasterIdLst>
    <p:notesMasterId r:id="rId8"/>
  </p:notesMasterIdLst>
  <p:sldIdLst>
    <p:sldId id="256" r:id="rId2"/>
    <p:sldId id="257" r:id="rId3"/>
    <p:sldId id="259" r:id="rId4"/>
    <p:sldId id="258"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C2DDF5-5F59-43E1-81CA-5BAA2BC5CFDD}" v="1581" dt="2023-06-17T21:16:08.5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AF8B17-1DFB-4255-9C58-EE221AA1FE43}" type="datetimeFigureOut">
              <a:t>6/17/2023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C2EF87-9432-4628-89E0-84DF3E12E682}" type="slidenum">
              <a:t>‹#›</a:t>
            </a:fld>
            <a:endParaRPr lang="en-US"/>
          </a:p>
        </p:txBody>
      </p:sp>
    </p:spTree>
    <p:extLst>
      <p:ext uri="{BB962C8B-B14F-4D97-AF65-F5344CB8AC3E}">
        <p14:creationId xmlns:p14="http://schemas.microsoft.com/office/powerpoint/2010/main" val="955514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dirty="0">
                <a:cs typeface="Calibri"/>
              </a:rPr>
              <a:t>The product owner's priority is to represent the customers voice. It is his job to manage the product being developed to be in line with what the customers expectations are. He is responsible for creating the product backlog items, prioritizing items, and refining them focusing on preparing the ones to enter the sprint just in time. </a:t>
            </a:r>
            <a:endParaRPr lang="en-US" dirty="0"/>
          </a:p>
          <a:p>
            <a:pPr marL="171450" indent="-171450">
              <a:buFont typeface="Calibri"/>
              <a:buChar char="-"/>
            </a:pPr>
            <a:r>
              <a:rPr lang="en-US" dirty="0">
                <a:cs typeface="Calibri"/>
              </a:rPr>
              <a:t>The Scrum master is responsible for implementing scrum-agile approach and making sure that everybody understands what scrum-agile is. He is responsible for facilitating all meetings in accordance with agile principles. It is his job to do whatever he can to maximize the value created by the team whether it's working with the team or with outsiders to accomplish this. </a:t>
            </a:r>
          </a:p>
          <a:p>
            <a:pPr marL="171450" indent="-171450">
              <a:buFont typeface="Calibri"/>
              <a:buChar char="-"/>
            </a:pPr>
            <a:r>
              <a:rPr lang="en-US" dirty="0">
                <a:cs typeface="Calibri"/>
              </a:rPr>
              <a:t>The developer is responsible for producing the working product within the sprint. It is their job to determine what should be taken into each sprint and are all equally held accountable for the product. They are empowered to organized and manage their work and assume the responsibility for how to create the working product. Within this team they are also responsible towards preventing errors and bugs through consistent testing throughout the sprint.</a:t>
            </a:r>
          </a:p>
        </p:txBody>
      </p:sp>
      <p:sp>
        <p:nvSpPr>
          <p:cNvPr id="4" name="Slide Number Placeholder 3"/>
          <p:cNvSpPr>
            <a:spLocks noGrp="1"/>
          </p:cNvSpPr>
          <p:nvPr>
            <p:ph type="sldNum" sz="quarter" idx="5"/>
          </p:nvPr>
        </p:nvSpPr>
        <p:spPr/>
        <p:txBody>
          <a:bodyPr/>
          <a:lstStyle/>
          <a:p>
            <a:fld id="{AFC2EF87-9432-4628-89E0-84DF3E12E682}" type="slidenum">
              <a:t>2</a:t>
            </a:fld>
            <a:endParaRPr lang="en-US"/>
          </a:p>
        </p:txBody>
      </p:sp>
    </p:spTree>
    <p:extLst>
      <p:ext uri="{BB962C8B-B14F-4D97-AF65-F5344CB8AC3E}">
        <p14:creationId xmlns:p14="http://schemas.microsoft.com/office/powerpoint/2010/main" val="1410241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dirty="0">
                <a:cs typeface="Calibri"/>
              </a:rPr>
              <a:t>The planning phase with an agile approach aims to eliminate guess work involved in the process. For this reason Project level planning is only detailed enough to define a scope and provide enough information to estimate the cost or schedule of the project. Release Level planning has a little more detail that effectively sets the framework for user stories that are ordered based off of priority/value and a design approach is implemented. Sprint level planning is the most detailed of the planning and is done just in time for the sprint. This is where the team decides what they will take into the sprint and what their sprint goal will be. The idea behind these levels is to wait until the last minute to implement high-level planning to avoid guessing on the uncertainty of things early on in the planning process </a:t>
            </a:r>
          </a:p>
          <a:p>
            <a:pPr marL="171450" indent="-171450">
              <a:buFont typeface="Calibri"/>
              <a:buChar char="-"/>
            </a:pPr>
            <a:r>
              <a:rPr lang="en-US" dirty="0">
                <a:cs typeface="Calibri"/>
              </a:rPr>
              <a:t>Incremental Development is a process in which the entirety of the software has been broken down to incremental software development called sprints. The approach is designed to produce working software incrementally as small pieces of a larger software program. </a:t>
            </a:r>
          </a:p>
          <a:p>
            <a:pPr marL="171450" indent="-171450">
              <a:buFont typeface="Calibri"/>
              <a:buChar char="-"/>
            </a:pPr>
            <a:r>
              <a:rPr lang="en-US" dirty="0">
                <a:cs typeface="Calibri"/>
              </a:rPr>
              <a:t>While the incremental development is taking way during the sprint, continuous testing is done as it is developed. This approach is designed to take care of programming issues as they arise so that the software produced during the sprint has more value to the customer, but also reduces the amount of rework needed at the end of the project.</a:t>
            </a:r>
          </a:p>
          <a:p>
            <a:pPr marL="171450" indent="-171450">
              <a:buFont typeface="Calibri"/>
              <a:buChar char="-"/>
            </a:pPr>
            <a:r>
              <a:rPr lang="en-US" dirty="0">
                <a:cs typeface="Calibri"/>
              </a:rPr>
              <a:t>At the end of each sprint, a working version of the software is presented to the customer for feedback and approval. Agile principles emphasizes their top priority to be satisfying the customer with early and continuous valuable software. </a:t>
            </a:r>
          </a:p>
          <a:p>
            <a:pPr marL="171450" indent="-171450">
              <a:buFont typeface="Calibri"/>
              <a:buChar char="-"/>
            </a:pPr>
            <a:r>
              <a:rPr lang="en-US" dirty="0">
                <a:cs typeface="Calibri"/>
              </a:rPr>
              <a:t>Retrospectives are a review of the entire agile process throughout the sprint and is focused on improving the entire process for a more desirable work environment that promotes better teamwork. Sprint Reviews are about the product outcome and how they can improve the value of their products.  </a:t>
            </a:r>
          </a:p>
          <a:p>
            <a:pPr marL="171450" indent="-171450">
              <a:buFont typeface="Calibri"/>
              <a:buChar char="-"/>
            </a:pPr>
            <a:r>
              <a:rPr lang="en-US" dirty="0">
                <a:cs typeface="Calibri"/>
              </a:rPr>
              <a:t>Overall, SDLC with agile principles focus on just in time production that emphasize transparency and adaptation as part of the process. This results in planning just in time for the next important item and avoids guessing in the planning of items that are more uncertain. </a:t>
            </a:r>
          </a:p>
        </p:txBody>
      </p:sp>
      <p:sp>
        <p:nvSpPr>
          <p:cNvPr id="4" name="Slide Number Placeholder 3"/>
          <p:cNvSpPr>
            <a:spLocks noGrp="1"/>
          </p:cNvSpPr>
          <p:nvPr>
            <p:ph type="sldNum" sz="quarter" idx="5"/>
          </p:nvPr>
        </p:nvSpPr>
        <p:spPr/>
        <p:txBody>
          <a:bodyPr/>
          <a:lstStyle/>
          <a:p>
            <a:fld id="{AFC2EF87-9432-4628-89E0-84DF3E12E682}" type="slidenum">
              <a:t>3</a:t>
            </a:fld>
            <a:endParaRPr lang="en-US"/>
          </a:p>
        </p:txBody>
      </p:sp>
    </p:spTree>
    <p:extLst>
      <p:ext uri="{BB962C8B-B14F-4D97-AF65-F5344CB8AC3E}">
        <p14:creationId xmlns:p14="http://schemas.microsoft.com/office/powerpoint/2010/main" val="1354972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Calibri"/>
              <a:buChar char="-"/>
            </a:pPr>
            <a:r>
              <a:rPr lang="en-US" dirty="0">
                <a:cs typeface="Calibri"/>
              </a:rPr>
              <a:t>The waterfall approach is a highly detailed planned of the entire project that is meticulously documented before production ever starts. The goals for each phase of development have been planned and documented as well. Changes are kept to a minimum and can be hard to accommodate due to this process. The product is delivered to the customer in stages which results in delayed feedback and runs the risk of being rejected by the customer. In the waterfall approach the management closely manages the developers leaving little room for collaborating solutions. Testing is done near the end of development and is separate from the development of the software.</a:t>
            </a:r>
          </a:p>
        </p:txBody>
      </p:sp>
      <p:sp>
        <p:nvSpPr>
          <p:cNvPr id="4" name="Slide Number Placeholder 3"/>
          <p:cNvSpPr>
            <a:spLocks noGrp="1"/>
          </p:cNvSpPr>
          <p:nvPr>
            <p:ph type="sldNum" sz="quarter" idx="5"/>
          </p:nvPr>
        </p:nvSpPr>
        <p:spPr/>
        <p:txBody>
          <a:bodyPr/>
          <a:lstStyle/>
          <a:p>
            <a:fld id="{AFC2EF87-9432-4628-89E0-84DF3E12E682}" type="slidenum">
              <a:t>4</a:t>
            </a:fld>
            <a:endParaRPr lang="en-US"/>
          </a:p>
        </p:txBody>
      </p:sp>
    </p:spTree>
    <p:extLst>
      <p:ext uri="{BB962C8B-B14F-4D97-AF65-F5344CB8AC3E}">
        <p14:creationId xmlns:p14="http://schemas.microsoft.com/office/powerpoint/2010/main" val="2317307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dirty="0">
                <a:cs typeface="Calibri"/>
              </a:rPr>
              <a:t>When deciding between the Scrum-agile and waterfall approaches you must consider the amount of uncertainty, customer budget, project timeline, and the complexity of the project. Determining the amount of uncertainty can lead to choosing one over the other. The waterfall approach depends on an upfront highly detailed plan and if the project has a large amount of uncertainty this approach can become problematic due to the need for planning and documenting the entire project up front. </a:t>
            </a:r>
            <a:endParaRPr lang="en-US" dirty="0"/>
          </a:p>
          <a:p>
            <a:pPr marL="171450" indent="-171450">
              <a:buFont typeface="Calibri"/>
              <a:buChar char="-"/>
            </a:pPr>
            <a:r>
              <a:rPr lang="en-US" dirty="0">
                <a:cs typeface="Calibri"/>
              </a:rPr>
              <a:t>The customers budget should also be taken into consideration when choosing your approach. If the customer has a strict budget the waterfall approach is designed to operate better within a defined budget to the pre-planning involved in the approach, but does leave you susceptible to rejection of the product at the end of development. </a:t>
            </a:r>
          </a:p>
          <a:p>
            <a:pPr marL="171450" indent="-171450">
              <a:buFont typeface="Calibri"/>
              <a:buChar char="-"/>
            </a:pPr>
            <a:r>
              <a:rPr lang="en-US" dirty="0">
                <a:cs typeface="Calibri"/>
              </a:rPr>
              <a:t>The customers timeline for the project is also something to consider. The waterfall approach is able to predict a timeline upfront while the agile approach can be more difficult to estimate timelines. </a:t>
            </a:r>
          </a:p>
          <a:p>
            <a:pPr marL="171450" indent="-171450">
              <a:buFont typeface="Calibri"/>
              <a:buChar char="-"/>
            </a:pPr>
            <a:r>
              <a:rPr lang="en-US" dirty="0">
                <a:cs typeface="Calibri"/>
              </a:rPr>
              <a:t>The complexity of the program is something that needs to be considered when choosing your approach as well. The more complex the project the more uncertainty associated with it in both functionality and customer changes. The agile approach is better equipped to handle more complex software due to it's just in time approach to planning and developing. The waterfall approach is much more rigid and is not designed to handle uncertainty due to the fact that changes cannot change once development begins.  </a:t>
            </a:r>
          </a:p>
        </p:txBody>
      </p:sp>
      <p:sp>
        <p:nvSpPr>
          <p:cNvPr id="4" name="Slide Number Placeholder 3"/>
          <p:cNvSpPr>
            <a:spLocks noGrp="1"/>
          </p:cNvSpPr>
          <p:nvPr>
            <p:ph type="sldNum" sz="quarter" idx="5"/>
          </p:nvPr>
        </p:nvSpPr>
        <p:spPr/>
        <p:txBody>
          <a:bodyPr/>
          <a:lstStyle/>
          <a:p>
            <a:fld id="{AFC2EF87-9432-4628-89E0-84DF3E12E682}" type="slidenum">
              <a:t>5</a:t>
            </a:fld>
            <a:endParaRPr lang="en-US"/>
          </a:p>
        </p:txBody>
      </p:sp>
    </p:spTree>
    <p:extLst>
      <p:ext uri="{BB962C8B-B14F-4D97-AF65-F5344CB8AC3E}">
        <p14:creationId xmlns:p14="http://schemas.microsoft.com/office/powerpoint/2010/main" val="1237902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4E480B-94D6-46F9-A2B6-B98D311FDC19}"/>
              </a:ext>
            </a:extLst>
          </p:cNvPr>
          <p:cNvGrpSpPr/>
          <p:nvPr/>
        </p:nvGrpSpPr>
        <p:grpSpPr>
          <a:xfrm>
            <a:off x="0" y="0"/>
            <a:ext cx="12191999" cy="6861600"/>
            <a:chOff x="1" y="0"/>
            <a:chExt cx="12191999" cy="6861600"/>
          </a:xfrm>
        </p:grpSpPr>
        <p:sp>
          <p:nvSpPr>
            <p:cNvPr id="10" name="Rectangle 9">
              <a:extLst>
                <a:ext uri="{FF2B5EF4-FFF2-40B4-BE49-F238E27FC236}">
                  <a16:creationId xmlns:a16="http://schemas.microsoft.com/office/drawing/2014/main" id="{07183CDE-91A1-40C3-8E80-66F89E1C2D53}"/>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Oval 10">
              <a:extLst>
                <a:ext uri="{FF2B5EF4-FFF2-40B4-BE49-F238E27FC236}">
                  <a16:creationId xmlns:a16="http://schemas.microsoft.com/office/drawing/2014/main" id="{A6756515-F9AA-46BD-8DD2-AA15BA492AC0}"/>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BA365E2-8B71-408B-9092-0104216AC7AC}"/>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3" name="Group 12">
              <a:extLst>
                <a:ext uri="{FF2B5EF4-FFF2-40B4-BE49-F238E27FC236}">
                  <a16:creationId xmlns:a16="http://schemas.microsoft.com/office/drawing/2014/main" id="{BEDB8D7A-1BF6-4CDB-B93A-7736955F5043}"/>
                </a:ext>
              </a:extLst>
            </p:cNvPr>
            <p:cNvGrpSpPr>
              <a:grpSpLocks noChangeAspect="1"/>
            </p:cNvGrpSpPr>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5AACD774-5167-46C7-8A62-6E2FE4BE9469}"/>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06E0F2D8-452E-48F9-9912-C47EAEAE180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4" name="Group 13">
              <a:extLst>
                <a:ext uri="{FF2B5EF4-FFF2-40B4-BE49-F238E27FC236}">
                  <a16:creationId xmlns:a16="http://schemas.microsoft.com/office/drawing/2014/main" id="{91FBBF95-430B-427C-A6E8-DB899217FC00}"/>
                </a:ext>
              </a:extLst>
            </p:cNvPr>
            <p:cNvGrpSpPr>
              <a:grpSpLocks noChangeAspect="1"/>
            </p:cNvGrpSpPr>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EE64698-3ED2-4395-B7FC-65248E437E0A}"/>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FE20B1E1-CE09-4C2A-A3FB-DB8026C54E9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5" name="Rectangle 14">
              <a:extLst>
                <a:ext uri="{FF2B5EF4-FFF2-40B4-BE49-F238E27FC236}">
                  <a16:creationId xmlns:a16="http://schemas.microsoft.com/office/drawing/2014/main" id="{0CB2405B-A907-48B3-906A-FB3573C0B282}"/>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6DC8E2D9-6729-4614-8667-C1016D3182E4}"/>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CEEBB1-1A1F-4A2C-B805-719CF98F68AB}"/>
              </a:ext>
            </a:extLst>
          </p:cNvPr>
          <p:cNvSpPr>
            <a:spLocks noGrp="1"/>
          </p:cNvSpPr>
          <p:nvPr>
            <p:ph type="ctrTitle"/>
          </p:nvPr>
        </p:nvSpPr>
        <p:spPr>
          <a:xfrm>
            <a:off x="540000" y="540000"/>
            <a:ext cx="11090273" cy="3798000"/>
          </a:xfrm>
        </p:spPr>
        <p:txBody>
          <a:bodyPr anchor="b"/>
          <a:lstStyle>
            <a:lvl1pPr algn="l">
              <a:defRPr sz="8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D6CC87B-ED2D-4303-BD40-E7AF14C03EF1}"/>
              </a:ext>
            </a:extLst>
          </p:cNvPr>
          <p:cNvSpPr>
            <a:spLocks noGrp="1"/>
          </p:cNvSpPr>
          <p:nvPr>
            <p:ph type="subTitle" idx="1"/>
          </p:nvPr>
        </p:nvSpPr>
        <p:spPr>
          <a:xfrm>
            <a:off x="540000" y="4508500"/>
            <a:ext cx="7345362" cy="1800224"/>
          </a:xfrm>
        </p:spPr>
        <p:txBody>
          <a:bodyPr/>
          <a:lstStyle>
            <a:lvl1pPr marL="0" indent="0" algn="l">
              <a:buNone/>
              <a:defRPr sz="16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5D880B4-5679-491C-963F-EC47B048C559}"/>
              </a:ext>
            </a:extLst>
          </p:cNvPr>
          <p:cNvSpPr>
            <a:spLocks noGrp="1"/>
          </p:cNvSpPr>
          <p:nvPr>
            <p:ph type="dt" sz="half" idx="10"/>
          </p:nvPr>
        </p:nvSpPr>
        <p:spPr/>
        <p:txBody>
          <a:bodyPr/>
          <a:lstStyle/>
          <a:p>
            <a:fld id="{7CF0BCE0-945C-4FDF-95A1-2149B1FF5B83}" type="datetimeFigureOut">
              <a:rPr lang="en-US" smtClean="0"/>
              <a:t>6/17/2023</a:t>
            </a:fld>
            <a:endParaRPr lang="en-US"/>
          </a:p>
        </p:txBody>
      </p:sp>
      <p:sp>
        <p:nvSpPr>
          <p:cNvPr id="5" name="Footer Placeholder 4">
            <a:extLst>
              <a:ext uri="{FF2B5EF4-FFF2-40B4-BE49-F238E27FC236}">
                <a16:creationId xmlns:a16="http://schemas.microsoft.com/office/drawing/2014/main" id="{01865D6D-3F98-4BE8-A069-B96409902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CD51D-8E06-4959-88C9-647415079FC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607197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67416F32-9D98-4340-82E8-E90CE00AD2AC}"/>
              </a:ext>
            </a:extLst>
          </p:cNvPr>
          <p:cNvGrpSpPr/>
          <p:nvPr/>
        </p:nvGrpSpPr>
        <p:grpSpPr>
          <a:xfrm flipV="1">
            <a:off x="0" y="-1"/>
            <a:ext cx="12191999" cy="6861601"/>
            <a:chOff x="0" y="-1"/>
            <a:chExt cx="12191999" cy="6861601"/>
          </a:xfrm>
        </p:grpSpPr>
        <p:sp>
          <p:nvSpPr>
            <p:cNvPr id="20" name="Rectangle 19">
              <a:extLst>
                <a:ext uri="{FF2B5EF4-FFF2-40B4-BE49-F238E27FC236}">
                  <a16:creationId xmlns:a16="http://schemas.microsoft.com/office/drawing/2014/main" id="{66375AB4-82BB-418F-A50F-6180F68724A4}"/>
                </a:ext>
              </a:extLst>
            </p:cNvPr>
            <p:cNvSpPr>
              <a:spLocks noChangeAspect="1"/>
            </p:cNvSpPr>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Oval 20">
              <a:extLst>
                <a:ext uri="{FF2B5EF4-FFF2-40B4-BE49-F238E27FC236}">
                  <a16:creationId xmlns:a16="http://schemas.microsoft.com/office/drawing/2014/main" id="{3FDD54B2-4A3F-4BFE-8FF0-82CA73F4AE8F}"/>
                </a:ext>
              </a:extLst>
            </p:cNvPr>
            <p:cNvSpPr>
              <a:spLocks noChangeAspect="1"/>
            </p:cNvSpPr>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2" name="Oval 21">
              <a:extLst>
                <a:ext uri="{FF2B5EF4-FFF2-40B4-BE49-F238E27FC236}">
                  <a16:creationId xmlns:a16="http://schemas.microsoft.com/office/drawing/2014/main" id="{30876F96-77AB-4E72-B1D2-FA45F4E3C04D}"/>
                </a:ext>
              </a:extLst>
            </p:cNvPr>
            <p:cNvSpPr>
              <a:spLocks noChangeAspect="1"/>
            </p:cNvSpPr>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23" name="Group 22">
              <a:extLst>
                <a:ext uri="{FF2B5EF4-FFF2-40B4-BE49-F238E27FC236}">
                  <a16:creationId xmlns:a16="http://schemas.microsoft.com/office/drawing/2014/main" id="{BB08A2E9-6518-449E-940B-8518A1D850BB}"/>
                </a:ext>
              </a:extLst>
            </p:cNvPr>
            <p:cNvGrpSpPr>
              <a:grpSpLocks noChangeAspect="1"/>
            </p:cNvGrpSpPr>
            <p:nvPr/>
          </p:nvGrpSpPr>
          <p:grpSpPr>
            <a:xfrm rot="10800000">
              <a:off x="0" y="-1"/>
              <a:ext cx="10800000" cy="6858000"/>
              <a:chOff x="2328000" y="0"/>
              <a:chExt cx="2880000" cy="1440000"/>
            </a:xfrm>
          </p:grpSpPr>
          <p:sp>
            <p:nvSpPr>
              <p:cNvPr id="28" name="Rectangle 27">
                <a:extLst>
                  <a:ext uri="{FF2B5EF4-FFF2-40B4-BE49-F238E27FC236}">
                    <a16:creationId xmlns:a16="http://schemas.microsoft.com/office/drawing/2014/main" id="{60A86BE0-76B3-4EA0-BA2D-05266013A814}"/>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9" name="Rectangle 28">
                <a:extLst>
                  <a:ext uri="{FF2B5EF4-FFF2-40B4-BE49-F238E27FC236}">
                    <a16:creationId xmlns:a16="http://schemas.microsoft.com/office/drawing/2014/main" id="{6BA13564-810C-4398-AA63-67B020811FCB}"/>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5" name="Rectangle 24">
              <a:extLst>
                <a:ext uri="{FF2B5EF4-FFF2-40B4-BE49-F238E27FC236}">
                  <a16:creationId xmlns:a16="http://schemas.microsoft.com/office/drawing/2014/main" id="{3555E1EF-6216-47FA-BBCA-7C0C8C2DAB8C}"/>
                </a:ext>
              </a:extLst>
            </p:cNvPr>
            <p:cNvSpPr>
              <a:spLocks noChangeAspect="1"/>
            </p:cNvSpPr>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32" name="Rectangle 31">
            <a:extLst>
              <a:ext uri="{FF2B5EF4-FFF2-40B4-BE49-F238E27FC236}">
                <a16:creationId xmlns:a16="http://schemas.microsoft.com/office/drawing/2014/main" id="{D8D85657-6A77-4466-887F-EE948B9CD2B2}"/>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C5D35498-B0C3-40BD-9407-6D0C0587E52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492F85E-0893-4D8C-816A-5193CC6DC9C0}"/>
              </a:ext>
            </a:extLst>
          </p:cNvPr>
          <p:cNvSpPr>
            <a:spLocks noGrp="1"/>
          </p:cNvSpPr>
          <p:nvPr>
            <p:ph idx="1"/>
          </p:nvPr>
        </p:nvSpPr>
        <p:spPr/>
        <p:txBody>
          <a:bodyPr/>
          <a:lstStyle>
            <a:lvl1pPr marL="270000">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5D46A9C-9655-49F5-85B3-A8A37F4F5A8F}"/>
              </a:ext>
            </a:extLst>
          </p:cNvPr>
          <p:cNvSpPr>
            <a:spLocks noGrp="1"/>
          </p:cNvSpPr>
          <p:nvPr>
            <p:ph type="dt" sz="half" idx="10"/>
          </p:nvPr>
        </p:nvSpPr>
        <p:spPr/>
        <p:txBody>
          <a:bodyPr/>
          <a:lstStyle/>
          <a:p>
            <a:fld id="{7CF0BCE0-945C-4FDF-95A1-2149B1FF5B83}" type="datetimeFigureOut">
              <a:rPr lang="en-US" smtClean="0"/>
              <a:t>6/17/2023</a:t>
            </a:fld>
            <a:endParaRPr lang="en-US"/>
          </a:p>
        </p:txBody>
      </p:sp>
      <p:sp>
        <p:nvSpPr>
          <p:cNvPr id="5" name="Footer Placeholder 4">
            <a:extLst>
              <a:ext uri="{FF2B5EF4-FFF2-40B4-BE49-F238E27FC236}">
                <a16:creationId xmlns:a16="http://schemas.microsoft.com/office/drawing/2014/main" id="{72EF896C-71D7-487F-A1B9-CBBE6DF4D6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228E8-7B8A-4153-BEB2-BD5A69F2513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148123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E54407D-DBA4-414C-ACA5-30D7B87C652B}"/>
              </a:ext>
            </a:extLst>
          </p:cNvPr>
          <p:cNvGrpSpPr/>
          <p:nvPr/>
        </p:nvGrpSpPr>
        <p:grpSpPr>
          <a:xfrm>
            <a:off x="0" y="0"/>
            <a:ext cx="12192000" cy="6858000"/>
            <a:chOff x="0" y="0"/>
            <a:chExt cx="12192000" cy="6858000"/>
          </a:xfrm>
        </p:grpSpPr>
        <p:sp>
          <p:nvSpPr>
            <p:cNvPr id="7" name="Rectangle 6">
              <a:extLst>
                <a:ext uri="{FF2B5EF4-FFF2-40B4-BE49-F238E27FC236}">
                  <a16:creationId xmlns:a16="http://schemas.microsoft.com/office/drawing/2014/main" id="{6BD518BC-8E44-4DAA-A8B9-2CFBD91DCDCD}"/>
                </a:ext>
              </a:extLst>
            </p:cNvPr>
            <p:cNvSpPr/>
            <p:nvPr/>
          </p:nvSpPr>
          <p:spPr>
            <a:xfrm rot="10800000" flipH="1">
              <a:off x="0" y="2019649"/>
              <a:ext cx="4838350" cy="483835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67C3660-39CD-431D-8E64-37508FFEAC96}"/>
                </a:ext>
              </a:extLst>
            </p:cNvPr>
            <p:cNvGrpSpPr>
              <a:grpSpLocks noChangeAspect="1"/>
            </p:cNvGrpSpPr>
            <p:nvPr/>
          </p:nvGrpSpPr>
          <p:grpSpPr>
            <a:xfrm>
              <a:off x="5603875" y="0"/>
              <a:ext cx="6521820" cy="3260910"/>
              <a:chOff x="0" y="0"/>
              <a:chExt cx="2880000" cy="1440000"/>
            </a:xfrm>
          </p:grpSpPr>
          <p:sp>
            <p:nvSpPr>
              <p:cNvPr id="9" name="Rectangle 8">
                <a:extLst>
                  <a:ext uri="{FF2B5EF4-FFF2-40B4-BE49-F238E27FC236}">
                    <a16:creationId xmlns:a16="http://schemas.microsoft.com/office/drawing/2014/main" id="{C4CCE569-E461-438A-A235-B96A542AF82F}"/>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F9DF1F-1F74-476C-AD41-22AC3F8A65A0}"/>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BE49ED5-9713-43D1-AE9E-3F9FE5574077}"/>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21A2854-1482-4441-85EA-D7B9F3EF56D2}"/>
                </a:ext>
              </a:extLst>
            </p:cNvPr>
            <p:cNvSpPr>
              <a:spLocks noChangeAspect="1"/>
            </p:cNvSpPr>
            <p:nvPr/>
          </p:nvSpPr>
          <p:spPr>
            <a:xfrm>
              <a:off x="494887" y="2538000"/>
              <a:ext cx="4320000" cy="4320000"/>
            </a:xfrm>
            <a:prstGeom prst="ellipse">
              <a:avLst/>
            </a:prstGeom>
            <a:solidFill>
              <a:schemeClr val="accent2">
                <a:alpha val="2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FED36A6D-894D-44DA-851C-345A414F3F68}"/>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D36F1DF-CD42-4695-A7D0-2F5B193057E9}"/>
              </a:ext>
            </a:extLst>
          </p:cNvPr>
          <p:cNvSpPr>
            <a:spLocks noGrp="1"/>
          </p:cNvSpPr>
          <p:nvPr>
            <p:ph type="title"/>
          </p:nvPr>
        </p:nvSpPr>
        <p:spPr>
          <a:xfrm>
            <a:off x="540000" y="540000"/>
            <a:ext cx="7345362" cy="5768725"/>
          </a:xfrm>
        </p:spPr>
        <p:txBody>
          <a:bodyPr anchor="t"/>
          <a:lstStyle>
            <a:lvl1pPr>
              <a:defRPr sz="8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549160-0F86-4FCA-8718-6980E99C7938}"/>
              </a:ext>
            </a:extLst>
          </p:cNvPr>
          <p:cNvSpPr>
            <a:spLocks noGrp="1"/>
          </p:cNvSpPr>
          <p:nvPr>
            <p:ph type="body" idx="1"/>
          </p:nvPr>
        </p:nvSpPr>
        <p:spPr>
          <a:xfrm>
            <a:off x="8075612" y="540000"/>
            <a:ext cx="3565523" cy="5768725"/>
          </a:xfrm>
        </p:spPr>
        <p:txBody>
          <a:bodyPr anchor="t"/>
          <a:lstStyle>
            <a:lvl1pPr marL="0" indent="0">
              <a:buNone/>
              <a:defRPr sz="18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5C6CBB-DABA-4F2E-8574-46747E15EA1A}"/>
              </a:ext>
            </a:extLst>
          </p:cNvPr>
          <p:cNvSpPr>
            <a:spLocks noGrp="1"/>
          </p:cNvSpPr>
          <p:nvPr>
            <p:ph type="dt" sz="half" idx="10"/>
          </p:nvPr>
        </p:nvSpPr>
        <p:spPr/>
        <p:txBody>
          <a:bodyPr/>
          <a:lstStyle/>
          <a:p>
            <a:fld id="{7CF0BCE0-945C-4FDF-95A1-2149B1FF5B83}" type="datetimeFigureOut">
              <a:rPr lang="en-US" smtClean="0"/>
              <a:t>6/17/2023</a:t>
            </a:fld>
            <a:endParaRPr lang="en-US" dirty="0"/>
          </a:p>
        </p:txBody>
      </p:sp>
      <p:sp>
        <p:nvSpPr>
          <p:cNvPr id="5" name="Footer Placeholder 4">
            <a:extLst>
              <a:ext uri="{FF2B5EF4-FFF2-40B4-BE49-F238E27FC236}">
                <a16:creationId xmlns:a16="http://schemas.microsoft.com/office/drawing/2014/main" id="{8FAF86BC-9ECC-439C-BF2E-F0B7EF193B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742552-C4C9-44EE-B7CB-5A652393BA20}"/>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182938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5774299-531D-4CAC-881D-7EB68BC99FCC}"/>
              </a:ext>
            </a:extLst>
          </p:cNvPr>
          <p:cNvGrpSpPr/>
          <p:nvPr/>
        </p:nvGrpSpPr>
        <p:grpSpPr>
          <a:xfrm>
            <a:off x="0" y="-3"/>
            <a:ext cx="12192000" cy="6858003"/>
            <a:chOff x="0" y="-3"/>
            <a:chExt cx="12192000" cy="6858003"/>
          </a:xfrm>
        </p:grpSpPr>
        <p:sp useBgFill="1">
          <p:nvSpPr>
            <p:cNvPr id="9" name="Rectangle 8">
              <a:extLst>
                <a:ext uri="{FF2B5EF4-FFF2-40B4-BE49-F238E27FC236}">
                  <a16:creationId xmlns:a16="http://schemas.microsoft.com/office/drawing/2014/main" id="{A17676CF-DDCC-48C1-AC68-CDA0B9E47FD8}"/>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052D363-F6F5-455B-A2F2-A12B30CEE528}"/>
                </a:ext>
              </a:extLst>
            </p:cNvPr>
            <p:cNvGrpSpPr>
              <a:grpSpLocks noChangeAspect="1"/>
            </p:cNvGrpSpPr>
            <p:nvPr/>
          </p:nvGrpSpPr>
          <p:grpSpPr>
            <a:xfrm>
              <a:off x="672000" y="-3"/>
              <a:ext cx="11520000" cy="5760000"/>
              <a:chOff x="5981700" y="-1"/>
              <a:chExt cx="6042660" cy="3021330"/>
            </a:xfrm>
          </p:grpSpPr>
          <p:sp>
            <p:nvSpPr>
              <p:cNvPr id="17" name="Rectangle 16">
                <a:extLst>
                  <a:ext uri="{FF2B5EF4-FFF2-40B4-BE49-F238E27FC236}">
                    <a16:creationId xmlns:a16="http://schemas.microsoft.com/office/drawing/2014/main" id="{D0C396B8-00CA-4AE9-A0A5-B4E2B2A2AC07}"/>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660166-3107-4058-A259-59B0527306BD}"/>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42BE934E-3063-4D0F-AFDE-68D58D336CBE}"/>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39660FA-744A-4CB3-9BED-C59793E3BF32}"/>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313EEC-733B-4019-8A0B-3FA768B8DB7A}"/>
                </a:ext>
              </a:extLst>
            </p:cNvPr>
            <p:cNvGrpSpPr/>
            <p:nvPr/>
          </p:nvGrpSpPr>
          <p:grpSpPr>
            <a:xfrm rot="10800000">
              <a:off x="1" y="2948940"/>
              <a:ext cx="7818118" cy="3909059"/>
              <a:chOff x="0" y="0"/>
              <a:chExt cx="2880000" cy="1440000"/>
            </a:xfrm>
          </p:grpSpPr>
          <p:sp>
            <p:nvSpPr>
              <p:cNvPr id="15" name="Rectangle 14">
                <a:extLst>
                  <a:ext uri="{FF2B5EF4-FFF2-40B4-BE49-F238E27FC236}">
                    <a16:creationId xmlns:a16="http://schemas.microsoft.com/office/drawing/2014/main" id="{421FE91F-780C-4ABD-ADE8-0EFDB7196A10}"/>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9EA389-EE78-4475-A390-5EDED23C2D6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5E492A94-8867-4C62-9D40-4023C41E0AF8}"/>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A3DAD7C5-BA12-4557-8BC4-72C69B0D59DD}"/>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4412EC-56C0-4009-B2E3-D63F9EECB9D4}"/>
              </a:ext>
            </a:extLst>
          </p:cNvPr>
          <p:cNvSpPr>
            <a:spLocks noGrp="1"/>
          </p:cNvSpPr>
          <p:nvPr>
            <p:ph type="title"/>
          </p:nvPr>
        </p:nvSpPr>
        <p:spPr>
          <a:xfrm>
            <a:off x="540000" y="539999"/>
            <a:ext cx="11090275" cy="120960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B70C84F-F3B7-4BF4-A328-BCF5ADD32944}"/>
              </a:ext>
            </a:extLst>
          </p:cNvPr>
          <p:cNvSpPr>
            <a:spLocks noGrp="1"/>
          </p:cNvSpPr>
          <p:nvPr>
            <p:ph sz="half" idx="1"/>
          </p:nvPr>
        </p:nvSpPr>
        <p:spPr>
          <a:xfrm>
            <a:off x="54000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F919CD5-DBB4-4749-980D-B5B40ECB67B9}"/>
              </a:ext>
            </a:extLst>
          </p:cNvPr>
          <p:cNvSpPr>
            <a:spLocks noGrp="1"/>
          </p:cNvSpPr>
          <p:nvPr>
            <p:ph sz="half" idx="2"/>
          </p:nvPr>
        </p:nvSpPr>
        <p:spPr>
          <a:xfrm>
            <a:off x="620395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BCFC378-6572-43DF-8344-59DE8122CD12}"/>
              </a:ext>
            </a:extLst>
          </p:cNvPr>
          <p:cNvSpPr>
            <a:spLocks noGrp="1"/>
          </p:cNvSpPr>
          <p:nvPr>
            <p:ph type="dt" sz="half" idx="10"/>
          </p:nvPr>
        </p:nvSpPr>
        <p:spPr/>
        <p:txBody>
          <a:bodyPr/>
          <a:lstStyle/>
          <a:p>
            <a:fld id="{7CF0BCE0-945C-4FDF-95A1-2149B1FF5B83}" type="datetimeFigureOut">
              <a:rPr lang="en-US" smtClean="0"/>
              <a:t>6/17/2023</a:t>
            </a:fld>
            <a:endParaRPr lang="en-US"/>
          </a:p>
        </p:txBody>
      </p:sp>
      <p:sp>
        <p:nvSpPr>
          <p:cNvPr id="6" name="Footer Placeholder 5">
            <a:extLst>
              <a:ext uri="{FF2B5EF4-FFF2-40B4-BE49-F238E27FC236}">
                <a16:creationId xmlns:a16="http://schemas.microsoft.com/office/drawing/2014/main" id="{36967A14-246A-4DDF-865C-68F6E1690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74B6D-E110-478C-94B9-2F8199E586DC}"/>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252106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130F7E5-A40E-4C9C-8E4F-3935B9182C4A}"/>
              </a:ext>
            </a:extLst>
          </p:cNvPr>
          <p:cNvGrpSpPr/>
          <p:nvPr/>
        </p:nvGrpSpPr>
        <p:grpSpPr>
          <a:xfrm>
            <a:off x="0" y="-2"/>
            <a:ext cx="12191999" cy="6858001"/>
            <a:chOff x="0" y="-2"/>
            <a:chExt cx="12191999" cy="6858001"/>
          </a:xfrm>
        </p:grpSpPr>
        <p:sp>
          <p:nvSpPr>
            <p:cNvPr id="12" name="Rectangle 11">
              <a:extLst>
                <a:ext uri="{FF2B5EF4-FFF2-40B4-BE49-F238E27FC236}">
                  <a16:creationId xmlns:a16="http://schemas.microsoft.com/office/drawing/2014/main" id="{AE67B504-02A7-4203-87D0-07D333D71917}"/>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A1158F3-E1C3-400D-8505-628DB94365CE}"/>
                </a:ext>
              </a:extLst>
            </p:cNvPr>
            <p:cNvGrpSpPr/>
            <p:nvPr/>
          </p:nvGrpSpPr>
          <p:grpSpPr>
            <a:xfrm rot="16200000">
              <a:off x="2295528" y="-2295528"/>
              <a:ext cx="6858000" cy="11449051"/>
              <a:chOff x="0" y="2333625"/>
              <a:chExt cx="9515474" cy="3766109"/>
            </a:xfrm>
          </p:grpSpPr>
          <p:sp>
            <p:nvSpPr>
              <p:cNvPr id="23" name="Rectangle 22">
                <a:extLst>
                  <a:ext uri="{FF2B5EF4-FFF2-40B4-BE49-F238E27FC236}">
                    <a16:creationId xmlns:a16="http://schemas.microsoft.com/office/drawing/2014/main" id="{0AEADDCE-3295-4F24-8700-C93B5457C2B7}"/>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F95C76A-5429-458C-BC9D-E1053EF7B84F}"/>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3D0E8A42-259A-43FA-B284-B459D7364097}"/>
                </a:ext>
              </a:extLst>
            </p:cNvPr>
            <p:cNvGrpSpPr>
              <a:grpSpLocks noChangeAspect="1"/>
            </p:cNvGrpSpPr>
            <p:nvPr/>
          </p:nvGrpSpPr>
          <p:grpSpPr>
            <a:xfrm rot="5400000">
              <a:off x="3583369" y="-3583369"/>
              <a:ext cx="4713262" cy="11880000"/>
              <a:chOff x="1" y="0"/>
              <a:chExt cx="8305797" cy="6858000"/>
            </a:xfrm>
          </p:grpSpPr>
          <p:sp>
            <p:nvSpPr>
              <p:cNvPr id="21" name="Rectangle 20">
                <a:extLst>
                  <a:ext uri="{FF2B5EF4-FFF2-40B4-BE49-F238E27FC236}">
                    <a16:creationId xmlns:a16="http://schemas.microsoft.com/office/drawing/2014/main" id="{7900B4F1-619C-4C0E-B749-1843F22C946A}"/>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E6F70BB-DCCC-4CF0-B5BB-95A965A99947}"/>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83E6C50C-C1DA-44E1-B254-3B7228879DCD}"/>
                </a:ext>
              </a:extLst>
            </p:cNvPr>
            <p:cNvGrpSpPr/>
            <p:nvPr/>
          </p:nvGrpSpPr>
          <p:grpSpPr>
            <a:xfrm>
              <a:off x="2676525" y="0"/>
              <a:ext cx="9515473" cy="3766109"/>
              <a:chOff x="2333625" y="2433367"/>
              <a:chExt cx="9897159" cy="3766109"/>
            </a:xfrm>
          </p:grpSpPr>
          <p:sp>
            <p:nvSpPr>
              <p:cNvPr id="19" name="Rectangle 18">
                <a:extLst>
                  <a:ext uri="{FF2B5EF4-FFF2-40B4-BE49-F238E27FC236}">
                    <a16:creationId xmlns:a16="http://schemas.microsoft.com/office/drawing/2014/main" id="{DFC6EEED-A40A-4D1C-BE6B-11DD62770607}"/>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7FF3FB-FDFC-4659-A7D6-ABED74010E82}"/>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51548ED5-6668-4672-88DC-40E92508ACA2}"/>
                </a:ext>
              </a:extLst>
            </p:cNvPr>
            <p:cNvGrpSpPr/>
            <p:nvPr/>
          </p:nvGrpSpPr>
          <p:grpSpPr>
            <a:xfrm>
              <a:off x="0" y="0"/>
              <a:ext cx="9515473" cy="3766109"/>
              <a:chOff x="0" y="2333625"/>
              <a:chExt cx="9515473" cy="3766109"/>
            </a:xfrm>
          </p:grpSpPr>
          <p:sp>
            <p:nvSpPr>
              <p:cNvPr id="17" name="Rectangle 16">
                <a:extLst>
                  <a:ext uri="{FF2B5EF4-FFF2-40B4-BE49-F238E27FC236}">
                    <a16:creationId xmlns:a16="http://schemas.microsoft.com/office/drawing/2014/main" id="{975AE1B2-E73F-4E6E-AAFB-FB1C02684D3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750F2D6-C0E1-4AFE-AB87-083292737609}"/>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Rectangle 24">
            <a:extLst>
              <a:ext uri="{FF2B5EF4-FFF2-40B4-BE49-F238E27FC236}">
                <a16:creationId xmlns:a16="http://schemas.microsoft.com/office/drawing/2014/main" id="{4ECC0D66-F2BE-4BF4-87F6-CE618B5C8916}"/>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A0BCA11-08C2-4C9A-B0A3-31C9051CDF9E}"/>
              </a:ext>
            </a:extLst>
          </p:cNvPr>
          <p:cNvSpPr>
            <a:spLocks noGrp="1"/>
          </p:cNvSpPr>
          <p:nvPr>
            <p:ph type="title"/>
          </p:nvPr>
        </p:nvSpPr>
        <p:spPr>
          <a:xfrm>
            <a:off x="540000" y="539999"/>
            <a:ext cx="11090273" cy="1210396"/>
          </a:xfrm>
        </p:spPr>
        <p:txBody>
          <a:bodyPr>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662CEB0-C969-40EA-A5E2-8D875E28A6B6}"/>
              </a:ext>
            </a:extLst>
          </p:cNvPr>
          <p:cNvSpPr>
            <a:spLocks noGrp="1"/>
          </p:cNvSpPr>
          <p:nvPr>
            <p:ph type="body" idx="1"/>
          </p:nvPr>
        </p:nvSpPr>
        <p:spPr>
          <a:xfrm>
            <a:off x="540000" y="1929783"/>
            <a:ext cx="5448052" cy="792161"/>
          </a:xfrm>
        </p:spPr>
        <p:txBody>
          <a:bodyPr anchor="b"/>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0F41A6-112E-4305-A0BA-6E119A77AC10}"/>
              </a:ext>
            </a:extLst>
          </p:cNvPr>
          <p:cNvSpPr>
            <a:spLocks noGrp="1"/>
          </p:cNvSpPr>
          <p:nvPr>
            <p:ph sz="half" idx="2"/>
          </p:nvPr>
        </p:nvSpPr>
        <p:spPr>
          <a:xfrm>
            <a:off x="54000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C672C5-31B9-443B-8DEE-5523646891F7}"/>
              </a:ext>
            </a:extLst>
          </p:cNvPr>
          <p:cNvSpPr>
            <a:spLocks noGrp="1"/>
          </p:cNvSpPr>
          <p:nvPr>
            <p:ph type="body" sz="quarter" idx="3"/>
          </p:nvPr>
        </p:nvSpPr>
        <p:spPr>
          <a:xfrm>
            <a:off x="6203949" y="1929782"/>
            <a:ext cx="5437187" cy="792000"/>
          </a:xfrm>
        </p:spPr>
        <p:txBody>
          <a:bodyPr anchor="b"/>
          <a:lstStyle>
            <a:lvl1pPr marL="0" indent="0">
              <a:buNone/>
              <a:defRPr sz="1600" b="0"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D18B9D-8B21-4249-A3AD-8FBE48F0F55B}"/>
              </a:ext>
            </a:extLst>
          </p:cNvPr>
          <p:cNvSpPr>
            <a:spLocks noGrp="1"/>
          </p:cNvSpPr>
          <p:nvPr>
            <p:ph sz="quarter" idx="4"/>
          </p:nvPr>
        </p:nvSpPr>
        <p:spPr>
          <a:xfrm>
            <a:off x="620395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5B60881-13B2-4064-84FB-6D071F36C433}"/>
              </a:ext>
            </a:extLst>
          </p:cNvPr>
          <p:cNvSpPr>
            <a:spLocks noGrp="1"/>
          </p:cNvSpPr>
          <p:nvPr>
            <p:ph type="dt" sz="half" idx="10"/>
          </p:nvPr>
        </p:nvSpPr>
        <p:spPr/>
        <p:txBody>
          <a:bodyPr/>
          <a:lstStyle/>
          <a:p>
            <a:fld id="{7CF0BCE0-945C-4FDF-95A1-2149B1FF5B83}" type="datetimeFigureOut">
              <a:rPr lang="en-US" smtClean="0"/>
              <a:t>6/17/2023</a:t>
            </a:fld>
            <a:endParaRPr lang="en-US"/>
          </a:p>
        </p:txBody>
      </p:sp>
      <p:sp>
        <p:nvSpPr>
          <p:cNvPr id="8" name="Footer Placeholder 7">
            <a:extLst>
              <a:ext uri="{FF2B5EF4-FFF2-40B4-BE49-F238E27FC236}">
                <a16:creationId xmlns:a16="http://schemas.microsoft.com/office/drawing/2014/main" id="{249FCE5D-D5EF-485D-97FA-2614FF9642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F204FC-4F66-417C-8E4B-74772ED057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505960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521FD20-B9D4-4FD1-9AAD-F4157555AD62}"/>
              </a:ext>
            </a:extLst>
          </p:cNvPr>
          <p:cNvGrpSpPr/>
          <p:nvPr/>
        </p:nvGrpSpPr>
        <p:grpSpPr>
          <a:xfrm rot="10800000">
            <a:off x="1392000" y="0"/>
            <a:ext cx="10800000" cy="6858000"/>
            <a:chOff x="0" y="0"/>
            <a:chExt cx="10800000" cy="6858000"/>
          </a:xfrm>
        </p:grpSpPr>
        <p:sp>
          <p:nvSpPr>
            <p:cNvPr id="15" name="Rectangle 14">
              <a:extLst>
                <a:ext uri="{FF2B5EF4-FFF2-40B4-BE49-F238E27FC236}">
                  <a16:creationId xmlns:a16="http://schemas.microsoft.com/office/drawing/2014/main" id="{27477A35-8424-45D6-A66E-8ACFA6C405B5}"/>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8BFBA1CE-E9AC-40C0-A7F9-E5671F5FEF9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D0C2729A-59F8-46A4-9AAA-7665E5966E2D}"/>
              </a:ext>
            </a:extLst>
          </p:cNvPr>
          <p:cNvGrpSpPr>
            <a:grpSpLocks noChangeAspect="1"/>
          </p:cNvGrpSpPr>
          <p:nvPr/>
        </p:nvGrpSpPr>
        <p:grpSpPr>
          <a:xfrm rot="16200000" flipH="1">
            <a:off x="-1714500" y="1714500"/>
            <a:ext cx="6858000" cy="3429000"/>
            <a:chOff x="0" y="0"/>
            <a:chExt cx="2880000" cy="1440000"/>
          </a:xfrm>
        </p:grpSpPr>
        <p:sp>
          <p:nvSpPr>
            <p:cNvPr id="13" name="Rectangle 12">
              <a:extLst>
                <a:ext uri="{FF2B5EF4-FFF2-40B4-BE49-F238E27FC236}">
                  <a16:creationId xmlns:a16="http://schemas.microsoft.com/office/drawing/2014/main" id="{83EBBB96-590D-4704-87AD-A00AE2424DE8}"/>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889BAB7D-5298-40B9-910B-136D0C6A9934}"/>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2" name="Rectangle 11">
            <a:extLst>
              <a:ext uri="{FF2B5EF4-FFF2-40B4-BE49-F238E27FC236}">
                <a16:creationId xmlns:a16="http://schemas.microsoft.com/office/drawing/2014/main" id="{F323EA00-E168-4864-883B-358A7CDF9153}"/>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CA4F2DFA-2F27-43FB-B08C-0787FA44B0D1}"/>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7D750354-CD8D-4A3B-A7AC-04622BCB0499}"/>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F3ED3C6-DA43-4D1C-9056-407A4FB1C6AB}"/>
              </a:ext>
            </a:extLst>
          </p:cNvPr>
          <p:cNvSpPr>
            <a:spLocks noGrp="1"/>
          </p:cNvSpPr>
          <p:nvPr>
            <p:ph type="title"/>
          </p:nvPr>
        </p:nvSpPr>
        <p:spPr>
          <a:xfrm>
            <a:off x="550863" y="549276"/>
            <a:ext cx="11090275" cy="5759450"/>
          </a:xfrm>
        </p:spPr>
        <p:txBody>
          <a:bodyPr/>
          <a:lstStyle>
            <a:lvl1pPr>
              <a:defRPr sz="8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20CEB41-E921-45ED-951A-861E31E01336}"/>
              </a:ext>
            </a:extLst>
          </p:cNvPr>
          <p:cNvSpPr>
            <a:spLocks noGrp="1"/>
          </p:cNvSpPr>
          <p:nvPr>
            <p:ph type="dt" sz="half" idx="10"/>
          </p:nvPr>
        </p:nvSpPr>
        <p:spPr/>
        <p:txBody>
          <a:bodyPr/>
          <a:lstStyle/>
          <a:p>
            <a:fld id="{7CF0BCE0-945C-4FDF-95A1-2149B1FF5B83}" type="datetimeFigureOut">
              <a:rPr lang="en-US" smtClean="0"/>
              <a:t>6/17/2023</a:t>
            </a:fld>
            <a:endParaRPr lang="en-US"/>
          </a:p>
        </p:txBody>
      </p:sp>
      <p:sp>
        <p:nvSpPr>
          <p:cNvPr id="4" name="Footer Placeholder 3">
            <a:extLst>
              <a:ext uri="{FF2B5EF4-FFF2-40B4-BE49-F238E27FC236}">
                <a16:creationId xmlns:a16="http://schemas.microsoft.com/office/drawing/2014/main" id="{8F6B422D-769C-4E63-8763-ABBB885007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38FB6F-2D68-40C0-B628-142011F34A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134614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ED88E92-14F3-4B58-9E48-1D79E139A89E}"/>
              </a:ext>
            </a:extLst>
          </p:cNvPr>
          <p:cNvGrpSpPr/>
          <p:nvPr/>
        </p:nvGrpSpPr>
        <p:grpSpPr>
          <a:xfrm>
            <a:off x="0" y="0"/>
            <a:ext cx="12191999" cy="6861600"/>
            <a:chOff x="1" y="0"/>
            <a:chExt cx="12191999" cy="6861600"/>
          </a:xfrm>
        </p:grpSpPr>
        <p:sp>
          <p:nvSpPr>
            <p:cNvPr id="6" name="Rectangle 5">
              <a:extLst>
                <a:ext uri="{FF2B5EF4-FFF2-40B4-BE49-F238E27FC236}">
                  <a16:creationId xmlns:a16="http://schemas.microsoft.com/office/drawing/2014/main" id="{A6466AE7-32B6-4334-AF41-B9387E6726C5}"/>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 name="Oval 6">
              <a:extLst>
                <a:ext uri="{FF2B5EF4-FFF2-40B4-BE49-F238E27FC236}">
                  <a16:creationId xmlns:a16="http://schemas.microsoft.com/office/drawing/2014/main" id="{659C09F8-90CD-443F-9AA1-D08C56A605BB}"/>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Oval 7">
              <a:extLst>
                <a:ext uri="{FF2B5EF4-FFF2-40B4-BE49-F238E27FC236}">
                  <a16:creationId xmlns:a16="http://schemas.microsoft.com/office/drawing/2014/main" id="{DC7304AB-BE7D-45AC-A876-4A24543AE5B3}"/>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9" name="Group 8">
              <a:extLst>
                <a:ext uri="{FF2B5EF4-FFF2-40B4-BE49-F238E27FC236}">
                  <a16:creationId xmlns:a16="http://schemas.microsoft.com/office/drawing/2014/main" id="{8E11922B-DDB3-46D7-B1BD-C1CCDB3C42E3}"/>
                </a:ext>
              </a:extLst>
            </p:cNvPr>
            <p:cNvGrpSpPr>
              <a:grpSpLocks noChangeAspect="1"/>
            </p:cNvGrpSpPr>
            <p:nvPr/>
          </p:nvGrpSpPr>
          <p:grpSpPr>
            <a:xfrm>
              <a:off x="690092" y="0"/>
              <a:ext cx="10800000" cy="6858000"/>
              <a:chOff x="2328000" y="0"/>
              <a:chExt cx="2880000" cy="1440000"/>
            </a:xfrm>
          </p:grpSpPr>
          <p:sp>
            <p:nvSpPr>
              <p:cNvPr id="14" name="Rectangle 13">
                <a:extLst>
                  <a:ext uri="{FF2B5EF4-FFF2-40B4-BE49-F238E27FC236}">
                    <a16:creationId xmlns:a16="http://schemas.microsoft.com/office/drawing/2014/main" id="{C580F8F6-E662-4BCD-AC9C-7E5DDBD5A773}"/>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9A333FE5-ADB0-48EE-A1A6-9AA36DA343A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0B09CD4F-6DF4-48AA-BD35-23E3F2A643F7}"/>
                </a:ext>
              </a:extLst>
            </p:cNvPr>
            <p:cNvGrpSpPr>
              <a:grpSpLocks noChangeAspect="1"/>
            </p:cNvGrpSpPr>
            <p:nvPr/>
          </p:nvGrpSpPr>
          <p:grpSpPr>
            <a:xfrm rot="5400000">
              <a:off x="7048499" y="1714500"/>
              <a:ext cx="6858000" cy="3429000"/>
              <a:chOff x="0" y="0"/>
              <a:chExt cx="2880000" cy="1440000"/>
            </a:xfrm>
          </p:grpSpPr>
          <p:sp>
            <p:nvSpPr>
              <p:cNvPr id="12" name="Rectangle 11">
                <a:extLst>
                  <a:ext uri="{FF2B5EF4-FFF2-40B4-BE49-F238E27FC236}">
                    <a16:creationId xmlns:a16="http://schemas.microsoft.com/office/drawing/2014/main" id="{02223219-ACCC-42F2-A1B4-E3C8C8AB12A4}"/>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1510B0E9-9BA0-4357-9E04-554C19BAAC8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1" name="Rectangle 10">
              <a:extLst>
                <a:ext uri="{FF2B5EF4-FFF2-40B4-BE49-F238E27FC236}">
                  <a16:creationId xmlns:a16="http://schemas.microsoft.com/office/drawing/2014/main" id="{DF06DA80-525A-4C9E-A441-50630AA772A4}"/>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E841E027-8E53-4FEB-8605-2124D85731CA}"/>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Date Placeholder 1">
            <a:extLst>
              <a:ext uri="{FF2B5EF4-FFF2-40B4-BE49-F238E27FC236}">
                <a16:creationId xmlns:a16="http://schemas.microsoft.com/office/drawing/2014/main" id="{7DD871A2-AE80-4408-AA95-DC60D132E9E3}"/>
              </a:ext>
            </a:extLst>
          </p:cNvPr>
          <p:cNvSpPr>
            <a:spLocks noGrp="1"/>
          </p:cNvSpPr>
          <p:nvPr>
            <p:ph type="dt" sz="half" idx="10"/>
          </p:nvPr>
        </p:nvSpPr>
        <p:spPr/>
        <p:txBody>
          <a:bodyPr/>
          <a:lstStyle/>
          <a:p>
            <a:fld id="{7CF0BCE0-945C-4FDF-95A1-2149B1FF5B83}" type="datetimeFigureOut">
              <a:rPr lang="en-US" smtClean="0"/>
              <a:t>6/17/2023</a:t>
            </a:fld>
            <a:endParaRPr lang="en-US"/>
          </a:p>
        </p:txBody>
      </p:sp>
      <p:sp>
        <p:nvSpPr>
          <p:cNvPr id="3" name="Footer Placeholder 2">
            <a:extLst>
              <a:ext uri="{FF2B5EF4-FFF2-40B4-BE49-F238E27FC236}">
                <a16:creationId xmlns:a16="http://schemas.microsoft.com/office/drawing/2014/main" id="{DDD122A1-7B97-4979-B319-1CE0A4A497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209A76-7DCD-477A-A6BA-EEA63FF94082}"/>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342146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5C0F5C-A529-490C-8941-78F10C6A00D3}"/>
              </a:ext>
            </a:extLst>
          </p:cNvPr>
          <p:cNvGrpSpPr/>
          <p:nvPr/>
        </p:nvGrpSpPr>
        <p:grpSpPr>
          <a:xfrm flipH="1">
            <a:off x="0" y="0"/>
            <a:ext cx="12191999" cy="6858001"/>
            <a:chOff x="0" y="-2"/>
            <a:chExt cx="12191999" cy="6858001"/>
          </a:xfrm>
        </p:grpSpPr>
        <p:sp>
          <p:nvSpPr>
            <p:cNvPr id="9" name="Rectangle 8">
              <a:extLst>
                <a:ext uri="{FF2B5EF4-FFF2-40B4-BE49-F238E27FC236}">
                  <a16:creationId xmlns:a16="http://schemas.microsoft.com/office/drawing/2014/main" id="{14A8D739-B942-4545-9459-A6CAF0444D1F}"/>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BB38CCA-110B-4404-9363-BFFA76C096D2}"/>
                </a:ext>
              </a:extLst>
            </p:cNvPr>
            <p:cNvGrpSpPr/>
            <p:nvPr/>
          </p:nvGrpSpPr>
          <p:grpSpPr>
            <a:xfrm rot="16200000">
              <a:off x="2295528" y="-2295528"/>
              <a:ext cx="6858000" cy="11449051"/>
              <a:chOff x="0" y="2333625"/>
              <a:chExt cx="9515474" cy="3766109"/>
            </a:xfrm>
          </p:grpSpPr>
          <p:sp>
            <p:nvSpPr>
              <p:cNvPr id="20" name="Rectangle 19">
                <a:extLst>
                  <a:ext uri="{FF2B5EF4-FFF2-40B4-BE49-F238E27FC236}">
                    <a16:creationId xmlns:a16="http://schemas.microsoft.com/office/drawing/2014/main" id="{B223FE99-C58F-4A56-8F8E-2942FF74E4BD}"/>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BBD4511-8AB6-4BD3-8410-7FB3EC8D42B2}"/>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6A8CA067-2248-4BD3-B56E-2C014AEB2273}"/>
                </a:ext>
              </a:extLst>
            </p:cNvPr>
            <p:cNvGrpSpPr>
              <a:grpSpLocks noChangeAspect="1"/>
            </p:cNvGrpSpPr>
            <p:nvPr/>
          </p:nvGrpSpPr>
          <p:grpSpPr>
            <a:xfrm rot="5400000">
              <a:off x="3583369" y="-3583369"/>
              <a:ext cx="4713262" cy="11880000"/>
              <a:chOff x="1" y="0"/>
              <a:chExt cx="8305797" cy="6858000"/>
            </a:xfrm>
          </p:grpSpPr>
          <p:sp>
            <p:nvSpPr>
              <p:cNvPr id="18" name="Rectangle 17">
                <a:extLst>
                  <a:ext uri="{FF2B5EF4-FFF2-40B4-BE49-F238E27FC236}">
                    <a16:creationId xmlns:a16="http://schemas.microsoft.com/office/drawing/2014/main" id="{8C017B9B-2727-4255-8F80-9D4C2A5AE297}"/>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93C5F16-BC47-4707-B6B7-DC5262ACDC51}"/>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11">
              <a:extLst>
                <a:ext uri="{FF2B5EF4-FFF2-40B4-BE49-F238E27FC236}">
                  <a16:creationId xmlns:a16="http://schemas.microsoft.com/office/drawing/2014/main" id="{2E88FE13-0734-4BB3-B4D1-7C53A194DA84}"/>
                </a:ext>
              </a:extLst>
            </p:cNvPr>
            <p:cNvGrpSpPr/>
            <p:nvPr/>
          </p:nvGrpSpPr>
          <p:grpSpPr>
            <a:xfrm>
              <a:off x="2676525" y="0"/>
              <a:ext cx="9515473" cy="3766109"/>
              <a:chOff x="2333625" y="2433367"/>
              <a:chExt cx="9897159" cy="3766109"/>
            </a:xfrm>
          </p:grpSpPr>
          <p:sp>
            <p:nvSpPr>
              <p:cNvPr id="16" name="Rectangle 15">
                <a:extLst>
                  <a:ext uri="{FF2B5EF4-FFF2-40B4-BE49-F238E27FC236}">
                    <a16:creationId xmlns:a16="http://schemas.microsoft.com/office/drawing/2014/main" id="{5C9B7EF7-1EDF-4AC7-8E40-C2801783AC85}"/>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25CA0A0-9A3F-498E-983D-B3285EF5AD9A}"/>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A5171814-E4F0-44B5-BC3F-588512210991}"/>
                </a:ext>
              </a:extLst>
            </p:cNvPr>
            <p:cNvGrpSpPr/>
            <p:nvPr/>
          </p:nvGrpSpPr>
          <p:grpSpPr>
            <a:xfrm>
              <a:off x="0" y="0"/>
              <a:ext cx="9515473" cy="3766109"/>
              <a:chOff x="0" y="2333625"/>
              <a:chExt cx="9515473" cy="3766109"/>
            </a:xfrm>
          </p:grpSpPr>
          <p:sp>
            <p:nvSpPr>
              <p:cNvPr id="14" name="Rectangle 13">
                <a:extLst>
                  <a:ext uri="{FF2B5EF4-FFF2-40B4-BE49-F238E27FC236}">
                    <a16:creationId xmlns:a16="http://schemas.microsoft.com/office/drawing/2014/main" id="{8E666ACD-EB1C-4732-971B-C3B26061DB8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A4E213B-7F96-44C1-90B3-B72E9387BF73}"/>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 name="Rectangle 21">
            <a:extLst>
              <a:ext uri="{FF2B5EF4-FFF2-40B4-BE49-F238E27FC236}">
                <a16:creationId xmlns:a16="http://schemas.microsoft.com/office/drawing/2014/main" id="{BFE392AA-35E5-40E5-9309-284A0C54106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1A8188C-9713-46E1-AA5C-C84FE515F3A2}"/>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E192CC-893A-4A84-A7E9-F389D83F0B16}"/>
              </a:ext>
            </a:extLst>
          </p:cNvPr>
          <p:cNvSpPr>
            <a:spLocks noGrp="1"/>
          </p:cNvSpPr>
          <p:nvPr>
            <p:ph idx="1"/>
          </p:nvPr>
        </p:nvSpPr>
        <p:spPr>
          <a:xfrm>
            <a:off x="5232400" y="540000"/>
            <a:ext cx="6408736" cy="5759450"/>
          </a:xfrm>
        </p:spPr>
        <p:txBody>
          <a:bodyPr/>
          <a:lstStyle>
            <a:lvl1pPr>
              <a:defRPr sz="3200"/>
            </a:lvl1pPr>
            <a:lvl2pPr>
              <a:defRPr sz="24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6CC7765-7D44-43DD-A1DF-419D3E1C625F}"/>
              </a:ext>
            </a:extLst>
          </p:cNvPr>
          <p:cNvSpPr>
            <a:spLocks noGrp="1"/>
          </p:cNvSpPr>
          <p:nvPr>
            <p:ph type="body" sz="half" idx="2"/>
          </p:nvPr>
        </p:nvSpPr>
        <p:spPr>
          <a:xfrm>
            <a:off x="540000" y="3536950"/>
            <a:ext cx="4511426" cy="2771775"/>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36875-AFB0-4905-8C9E-A72B4F59775E}"/>
              </a:ext>
            </a:extLst>
          </p:cNvPr>
          <p:cNvSpPr>
            <a:spLocks noGrp="1"/>
          </p:cNvSpPr>
          <p:nvPr>
            <p:ph type="dt" sz="half" idx="10"/>
          </p:nvPr>
        </p:nvSpPr>
        <p:spPr/>
        <p:txBody>
          <a:bodyPr/>
          <a:lstStyle/>
          <a:p>
            <a:fld id="{7CF0BCE0-945C-4FDF-95A1-2149B1FF5B83}" type="datetimeFigureOut">
              <a:rPr lang="en-US" smtClean="0"/>
              <a:t>6/17/2023</a:t>
            </a:fld>
            <a:endParaRPr lang="en-US"/>
          </a:p>
        </p:txBody>
      </p:sp>
      <p:sp>
        <p:nvSpPr>
          <p:cNvPr id="6" name="Footer Placeholder 5">
            <a:extLst>
              <a:ext uri="{FF2B5EF4-FFF2-40B4-BE49-F238E27FC236}">
                <a16:creationId xmlns:a16="http://schemas.microsoft.com/office/drawing/2014/main" id="{25437ABF-7E70-4E45-A67B-C503BF182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8016CA-2983-47BF-BA09-2130A40C8763}"/>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551292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97E00A2-2906-4C97-9D1F-C789D3ADD373}"/>
              </a:ext>
            </a:extLst>
          </p:cNvPr>
          <p:cNvGrpSpPr/>
          <p:nvPr/>
        </p:nvGrpSpPr>
        <p:grpSpPr>
          <a:xfrm rot="10800000">
            <a:off x="1392000" y="0"/>
            <a:ext cx="10800000" cy="6858000"/>
            <a:chOff x="0" y="0"/>
            <a:chExt cx="10800000" cy="6858000"/>
          </a:xfrm>
        </p:grpSpPr>
        <p:sp>
          <p:nvSpPr>
            <p:cNvPr id="9" name="Rectangle 8">
              <a:extLst>
                <a:ext uri="{FF2B5EF4-FFF2-40B4-BE49-F238E27FC236}">
                  <a16:creationId xmlns:a16="http://schemas.microsoft.com/office/drawing/2014/main" id="{59CE8EF9-87D6-47FD-B7D3-2D48D8E48AC3}"/>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6784998E-9D37-4D0D-889A-C67531E5295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8B575B0B-C502-438E-967C-64D268031426}"/>
              </a:ext>
            </a:extLst>
          </p:cNvPr>
          <p:cNvGrpSpPr>
            <a:grpSpLocks noChangeAspect="1"/>
          </p:cNvGrpSpPr>
          <p:nvPr/>
        </p:nvGrpSpPr>
        <p:grpSpPr>
          <a:xfrm rot="16200000" flipH="1">
            <a:off x="-1714500" y="1714500"/>
            <a:ext cx="6858000" cy="3429000"/>
            <a:chOff x="0" y="0"/>
            <a:chExt cx="2880000" cy="1440000"/>
          </a:xfrm>
        </p:grpSpPr>
        <p:sp>
          <p:nvSpPr>
            <p:cNvPr id="12" name="Rectangle 11">
              <a:extLst>
                <a:ext uri="{FF2B5EF4-FFF2-40B4-BE49-F238E27FC236}">
                  <a16:creationId xmlns:a16="http://schemas.microsoft.com/office/drawing/2014/main" id="{4FC29931-00EB-4F74-BE4C-172A4C282A26}"/>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989B4C87-FDD3-406D-BE06-3ABF69905E0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4" name="Rectangle 13">
            <a:extLst>
              <a:ext uri="{FF2B5EF4-FFF2-40B4-BE49-F238E27FC236}">
                <a16:creationId xmlns:a16="http://schemas.microsoft.com/office/drawing/2014/main" id="{FD817A89-A0E1-4190-90AE-0571E6CE8FC6}"/>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4FD20388-C666-4992-920D-5F034214950C}"/>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FCAB0CC3-A07E-43B8-9B34-0A67C1806DE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F91800A6-9706-4B81-B957-C950A5F77490}"/>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CA17652B-AA0D-4574-AF1D-7F7442D84B0B}"/>
              </a:ext>
            </a:extLst>
          </p:cNvPr>
          <p:cNvSpPr>
            <a:spLocks noGrp="1"/>
          </p:cNvSpPr>
          <p:nvPr>
            <p:ph type="pic" idx="1"/>
          </p:nvPr>
        </p:nvSpPr>
        <p:spPr>
          <a:xfrm>
            <a:off x="5232400" y="549275"/>
            <a:ext cx="6408736" cy="57594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CA19547-D24B-4BD1-8C26-318450B171B3}"/>
              </a:ext>
            </a:extLst>
          </p:cNvPr>
          <p:cNvSpPr>
            <a:spLocks noGrp="1"/>
          </p:cNvSpPr>
          <p:nvPr>
            <p:ph type="body" sz="half" idx="2"/>
          </p:nvPr>
        </p:nvSpPr>
        <p:spPr>
          <a:xfrm>
            <a:off x="539999" y="3536950"/>
            <a:ext cx="4511425" cy="2771774"/>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A22E6-7E01-4547-8555-B2C197543921}"/>
              </a:ext>
            </a:extLst>
          </p:cNvPr>
          <p:cNvSpPr>
            <a:spLocks noGrp="1"/>
          </p:cNvSpPr>
          <p:nvPr>
            <p:ph type="dt" sz="half" idx="10"/>
          </p:nvPr>
        </p:nvSpPr>
        <p:spPr/>
        <p:txBody>
          <a:bodyPr/>
          <a:lstStyle/>
          <a:p>
            <a:fld id="{7CF0BCE0-945C-4FDF-95A1-2149B1FF5B83}" type="datetimeFigureOut">
              <a:rPr lang="en-US" smtClean="0"/>
              <a:t>6/17/2023</a:t>
            </a:fld>
            <a:endParaRPr lang="en-US"/>
          </a:p>
        </p:txBody>
      </p:sp>
      <p:sp>
        <p:nvSpPr>
          <p:cNvPr id="6" name="Footer Placeholder 5">
            <a:extLst>
              <a:ext uri="{FF2B5EF4-FFF2-40B4-BE49-F238E27FC236}">
                <a16:creationId xmlns:a16="http://schemas.microsoft.com/office/drawing/2014/main" id="{A90F6BEC-98F3-43FE-BA9B-B046D8917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2FAF54-57F0-46F9-A1BA-B554E14017DF}"/>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826594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C461672-F18A-4768-9850-0531FD3720BA}"/>
              </a:ext>
            </a:extLst>
          </p:cNvPr>
          <p:cNvGrpSpPr/>
          <p:nvPr/>
        </p:nvGrpSpPr>
        <p:grpSpPr>
          <a:xfrm rot="10800000">
            <a:off x="5921828" y="2876440"/>
            <a:ext cx="6270171" cy="3981559"/>
            <a:chOff x="0" y="0"/>
            <a:chExt cx="10800000" cy="6858000"/>
          </a:xfrm>
        </p:grpSpPr>
        <p:sp>
          <p:nvSpPr>
            <p:cNvPr id="8" name="Rectangle 7">
              <a:extLst>
                <a:ext uri="{FF2B5EF4-FFF2-40B4-BE49-F238E27FC236}">
                  <a16:creationId xmlns:a16="http://schemas.microsoft.com/office/drawing/2014/main" id="{9FA73898-D78C-45F9-AFC1-2AB16F6725C2}"/>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Rectangle 8">
              <a:extLst>
                <a:ext uri="{FF2B5EF4-FFF2-40B4-BE49-F238E27FC236}">
                  <a16:creationId xmlns:a16="http://schemas.microsoft.com/office/drawing/2014/main" id="{4FC423E3-700B-43D6-A2CB-F3C871632C20}"/>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82F05B2A-1EC7-4131-B899-C7ECB9A502EB}"/>
              </a:ext>
            </a:extLst>
          </p:cNvPr>
          <p:cNvGrpSpPr>
            <a:grpSpLocks noChangeAspect="1"/>
          </p:cNvGrpSpPr>
          <p:nvPr/>
        </p:nvGrpSpPr>
        <p:grpSpPr>
          <a:xfrm flipH="1">
            <a:off x="0" y="-1"/>
            <a:ext cx="9361714" cy="4680857"/>
            <a:chOff x="0" y="0"/>
            <a:chExt cx="2880000" cy="1440000"/>
          </a:xfrm>
        </p:grpSpPr>
        <p:sp>
          <p:nvSpPr>
            <p:cNvPr id="11" name="Rectangle 10">
              <a:extLst>
                <a:ext uri="{FF2B5EF4-FFF2-40B4-BE49-F238E27FC236}">
                  <a16:creationId xmlns:a16="http://schemas.microsoft.com/office/drawing/2014/main" id="{97711D4C-4FFE-4151-B53D-60890F0F5827}"/>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F69D6393-413D-4151-BC2C-43161BE4A79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3" name="Rectangle 12">
            <a:extLst>
              <a:ext uri="{FF2B5EF4-FFF2-40B4-BE49-F238E27FC236}">
                <a16:creationId xmlns:a16="http://schemas.microsoft.com/office/drawing/2014/main" id="{A96370B9-6459-4B05-9A8B-A9E7FA8966CD}"/>
              </a:ext>
            </a:extLst>
          </p:cNvPr>
          <p:cNvSpPr>
            <a:spLocks noChangeAspect="1"/>
          </p:cNvSpPr>
          <p:nvPr/>
        </p:nvSpPr>
        <p:spPr>
          <a:xfrm rot="10800000">
            <a:off x="8430794" y="3096793"/>
            <a:ext cx="3761205" cy="3761205"/>
          </a:xfrm>
          <a:prstGeom prst="rect">
            <a:avLst/>
          </a:prstGeom>
          <a:gradFill flip="none" rotWithShape="1">
            <a:gsLst>
              <a:gs pos="0">
                <a:schemeClr val="accent1">
                  <a:alpha val="4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A3AC0C6-74C3-4E55-AA42-A9F1A4B1B210}"/>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132C27A4-86D3-4C83-8022-E37A8672A993}"/>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8F1FF59-E1BE-4475-953B-5BF6FBC10C57}"/>
              </a:ext>
            </a:extLst>
          </p:cNvPr>
          <p:cNvSpPr>
            <a:spLocks noGrp="1"/>
          </p:cNvSpPr>
          <p:nvPr>
            <p:ph type="title"/>
          </p:nvPr>
        </p:nvSpPr>
        <p:spPr>
          <a:xfrm>
            <a:off x="540000" y="540000"/>
            <a:ext cx="11090273" cy="1800224"/>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8F1F045-44C5-4165-A640-4E4D33A59580}"/>
              </a:ext>
            </a:extLst>
          </p:cNvPr>
          <p:cNvSpPr>
            <a:spLocks noGrp="1"/>
          </p:cNvSpPr>
          <p:nvPr>
            <p:ph type="body" orient="vert" idx="1"/>
          </p:nvPr>
        </p:nvSpPr>
        <p:spPr>
          <a:xfrm>
            <a:off x="540000" y="2528887"/>
            <a:ext cx="11090276" cy="3779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17047A-D05B-44E9-A240-BDB881C4296A}"/>
              </a:ext>
            </a:extLst>
          </p:cNvPr>
          <p:cNvSpPr>
            <a:spLocks noGrp="1"/>
          </p:cNvSpPr>
          <p:nvPr>
            <p:ph type="dt" sz="half" idx="10"/>
          </p:nvPr>
        </p:nvSpPr>
        <p:spPr/>
        <p:txBody>
          <a:bodyPr/>
          <a:lstStyle/>
          <a:p>
            <a:fld id="{7CF0BCE0-945C-4FDF-95A1-2149B1FF5B83}" type="datetimeFigureOut">
              <a:rPr lang="en-US" smtClean="0"/>
              <a:t>6/17/2023</a:t>
            </a:fld>
            <a:endParaRPr lang="en-US"/>
          </a:p>
        </p:txBody>
      </p:sp>
      <p:sp>
        <p:nvSpPr>
          <p:cNvPr id="5" name="Footer Placeholder 4">
            <a:extLst>
              <a:ext uri="{FF2B5EF4-FFF2-40B4-BE49-F238E27FC236}">
                <a16:creationId xmlns:a16="http://schemas.microsoft.com/office/drawing/2014/main" id="{7FDCB2E8-A68D-478D-A728-C9612848C8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E4F1D-3280-4DB5-B2E0-DA7F10717EB4}"/>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4150006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C627D45-FE54-49FF-A37F-6206993AEFD8}"/>
              </a:ext>
            </a:extLst>
          </p:cNvPr>
          <p:cNvGrpSpPr/>
          <p:nvPr/>
        </p:nvGrpSpPr>
        <p:grpSpPr>
          <a:xfrm>
            <a:off x="0" y="-3"/>
            <a:ext cx="12192000" cy="6858003"/>
            <a:chOff x="0" y="-3"/>
            <a:chExt cx="12192000" cy="6858003"/>
          </a:xfrm>
        </p:grpSpPr>
        <p:sp useBgFill="1">
          <p:nvSpPr>
            <p:cNvPr id="8" name="Rectangle 7">
              <a:extLst>
                <a:ext uri="{FF2B5EF4-FFF2-40B4-BE49-F238E27FC236}">
                  <a16:creationId xmlns:a16="http://schemas.microsoft.com/office/drawing/2014/main" id="{879CEFA6-CCA5-4FEF-B53D-E74B1E67E9C7}"/>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CFCD768-2100-4B20-87EF-9F92EFBD8FA8}"/>
                </a:ext>
              </a:extLst>
            </p:cNvPr>
            <p:cNvGrpSpPr>
              <a:grpSpLocks noChangeAspect="1"/>
            </p:cNvGrpSpPr>
            <p:nvPr/>
          </p:nvGrpSpPr>
          <p:grpSpPr>
            <a:xfrm>
              <a:off x="672000" y="-3"/>
              <a:ext cx="11520000" cy="5760000"/>
              <a:chOff x="5981700" y="-1"/>
              <a:chExt cx="6042660" cy="3021330"/>
            </a:xfrm>
          </p:grpSpPr>
          <p:sp>
            <p:nvSpPr>
              <p:cNvPr id="16" name="Rectangle 15">
                <a:extLst>
                  <a:ext uri="{FF2B5EF4-FFF2-40B4-BE49-F238E27FC236}">
                    <a16:creationId xmlns:a16="http://schemas.microsoft.com/office/drawing/2014/main" id="{E0D1B599-DFF1-4E00-9EAE-EE32BD7B4860}"/>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0FCF7F6-290B-4DE7-BA60-863CBF95C2AF}"/>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F59358AB-E1C9-402B-9F3F-28B4F50DAC6F}"/>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78C24EC-8C5D-4A7E-9D57-C752E0DC9485}"/>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6C0B30A-4855-4424-B3A8-AC110CA8356F}"/>
                </a:ext>
              </a:extLst>
            </p:cNvPr>
            <p:cNvGrpSpPr/>
            <p:nvPr/>
          </p:nvGrpSpPr>
          <p:grpSpPr>
            <a:xfrm rot="10800000">
              <a:off x="1" y="2948940"/>
              <a:ext cx="7818118" cy="3909059"/>
              <a:chOff x="0" y="0"/>
              <a:chExt cx="2880000" cy="1440000"/>
            </a:xfrm>
          </p:grpSpPr>
          <p:sp>
            <p:nvSpPr>
              <p:cNvPr id="14" name="Rectangle 13">
                <a:extLst>
                  <a:ext uri="{FF2B5EF4-FFF2-40B4-BE49-F238E27FC236}">
                    <a16:creationId xmlns:a16="http://schemas.microsoft.com/office/drawing/2014/main" id="{DC119EB9-1A9A-45A4-AE16-9968A70C5C35}"/>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A5B7B85-4DC3-4343-B734-4852DD5DF03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73F3733E-DBA5-4A25-9315-B7A1A5E7A1FF}"/>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AAB30D07-BE85-45CD-8055-8C57B00E2957}"/>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Vertical Title 1">
            <a:extLst>
              <a:ext uri="{FF2B5EF4-FFF2-40B4-BE49-F238E27FC236}">
                <a16:creationId xmlns:a16="http://schemas.microsoft.com/office/drawing/2014/main" id="{737FFCCA-9DBF-4E0A-BDC6-F7B8F39BD72F}"/>
              </a:ext>
            </a:extLst>
          </p:cNvPr>
          <p:cNvSpPr>
            <a:spLocks noGrp="1"/>
          </p:cNvSpPr>
          <p:nvPr>
            <p:ph type="title" orient="vert"/>
          </p:nvPr>
        </p:nvSpPr>
        <p:spPr>
          <a:xfrm>
            <a:off x="9012238" y="539999"/>
            <a:ext cx="2628900" cy="576872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511F1B23-21CD-4A3B-938B-5502019A13CD}"/>
              </a:ext>
            </a:extLst>
          </p:cNvPr>
          <p:cNvSpPr>
            <a:spLocks noGrp="1"/>
          </p:cNvSpPr>
          <p:nvPr>
            <p:ph type="body" orient="vert" idx="1"/>
          </p:nvPr>
        </p:nvSpPr>
        <p:spPr>
          <a:xfrm>
            <a:off x="550863" y="539999"/>
            <a:ext cx="8245475" cy="57687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99C884-5A98-4C01-BB89-098AC6966496}"/>
              </a:ext>
            </a:extLst>
          </p:cNvPr>
          <p:cNvSpPr>
            <a:spLocks noGrp="1"/>
          </p:cNvSpPr>
          <p:nvPr>
            <p:ph type="dt" sz="half" idx="10"/>
          </p:nvPr>
        </p:nvSpPr>
        <p:spPr/>
        <p:txBody>
          <a:bodyPr/>
          <a:lstStyle/>
          <a:p>
            <a:fld id="{7CF0BCE0-945C-4FDF-95A1-2149B1FF5B83}" type="datetimeFigureOut">
              <a:rPr lang="en-US" smtClean="0"/>
              <a:t>6/17/2023</a:t>
            </a:fld>
            <a:endParaRPr lang="en-US"/>
          </a:p>
        </p:txBody>
      </p:sp>
      <p:sp>
        <p:nvSpPr>
          <p:cNvPr id="5" name="Footer Placeholder 4">
            <a:extLst>
              <a:ext uri="{FF2B5EF4-FFF2-40B4-BE49-F238E27FC236}">
                <a16:creationId xmlns:a16="http://schemas.microsoft.com/office/drawing/2014/main" id="{7DF54D22-9CD7-4FC6-9444-21948246C7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ECC14-D66C-401A-A0C9-DFCA5533A5C7}"/>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825217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749C77-AA3A-4DA0-9E20-32FCD2B8BD5F}"/>
              </a:ext>
            </a:extLst>
          </p:cNvPr>
          <p:cNvSpPr>
            <a:spLocks noGrp="1"/>
          </p:cNvSpPr>
          <p:nvPr>
            <p:ph type="title"/>
          </p:nvPr>
        </p:nvSpPr>
        <p:spPr>
          <a:xfrm>
            <a:off x="540000" y="540000"/>
            <a:ext cx="11101135" cy="18095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8DC81A-9B5E-4A92-AA7B-3D750F95F434}"/>
              </a:ext>
            </a:extLst>
          </p:cNvPr>
          <p:cNvSpPr>
            <a:spLocks noGrp="1"/>
          </p:cNvSpPr>
          <p:nvPr>
            <p:ph type="body" idx="1"/>
          </p:nvPr>
        </p:nvSpPr>
        <p:spPr>
          <a:xfrm>
            <a:off x="540000" y="2528887"/>
            <a:ext cx="11101136" cy="3779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4B8083-48FB-4D6A-B77A-262FE3E23D6C}"/>
              </a:ext>
            </a:extLst>
          </p:cNvPr>
          <p:cNvSpPr>
            <a:spLocks noGrp="1"/>
          </p:cNvSpPr>
          <p:nvPr>
            <p:ph type="ftr" sz="quarter" idx="3"/>
          </p:nvPr>
        </p:nvSpPr>
        <p:spPr>
          <a:xfrm>
            <a:off x="540000" y="6314400"/>
            <a:ext cx="7350795" cy="365125"/>
          </a:xfrm>
          <a:prstGeom prst="rect">
            <a:avLst/>
          </a:prstGeom>
        </p:spPr>
        <p:txBody>
          <a:bodyPr vert="horz" lIns="91440" tIns="45720" rIns="91440" bIns="45720" rtlCol="0" anchor="ctr"/>
          <a:lstStyle>
            <a:lvl1pPr algn="l">
              <a:defRPr sz="1000" spc="100" baseline="0">
                <a:solidFill>
                  <a:schemeClr val="tx1"/>
                </a:solidFill>
              </a:defRPr>
            </a:lvl1pPr>
          </a:lstStyle>
          <a:p>
            <a:endParaRPr lang="en-US" sz="1000" dirty="0"/>
          </a:p>
        </p:txBody>
      </p:sp>
      <p:sp>
        <p:nvSpPr>
          <p:cNvPr id="4" name="Date Placeholder 3">
            <a:extLst>
              <a:ext uri="{FF2B5EF4-FFF2-40B4-BE49-F238E27FC236}">
                <a16:creationId xmlns:a16="http://schemas.microsoft.com/office/drawing/2014/main" id="{41EDA5BD-F7C8-4883-81D1-EF1F6F00EF72}"/>
              </a:ext>
            </a:extLst>
          </p:cNvPr>
          <p:cNvSpPr>
            <a:spLocks noGrp="1"/>
          </p:cNvSpPr>
          <p:nvPr>
            <p:ph type="dt" sz="half" idx="2"/>
          </p:nvPr>
        </p:nvSpPr>
        <p:spPr>
          <a:xfrm>
            <a:off x="8075613" y="6314400"/>
            <a:ext cx="2623468" cy="365125"/>
          </a:xfrm>
          <a:prstGeom prst="rect">
            <a:avLst/>
          </a:prstGeom>
        </p:spPr>
        <p:txBody>
          <a:bodyPr vert="horz" lIns="91440" tIns="45720" rIns="91440" bIns="45720" rtlCol="0" anchor="ctr"/>
          <a:lstStyle>
            <a:lvl1pPr algn="r">
              <a:defRPr sz="1000" cap="none" spc="100" baseline="0">
                <a:solidFill>
                  <a:schemeClr val="tx1"/>
                </a:solidFill>
              </a:defRPr>
            </a:lvl1pPr>
          </a:lstStyle>
          <a:p>
            <a:pPr algn="r"/>
            <a:fld id="{7CF0BCE0-945C-4FDF-95A1-2149B1FF5B83}" type="datetimeFigureOut">
              <a:rPr lang="en-US" smtClean="0"/>
              <a:pPr algn="r"/>
              <a:t>6/17/2023</a:t>
            </a:fld>
            <a:endParaRPr lang="en-US" dirty="0"/>
          </a:p>
        </p:txBody>
      </p:sp>
      <p:sp>
        <p:nvSpPr>
          <p:cNvPr id="6" name="Slide Number Placeholder 5">
            <a:extLst>
              <a:ext uri="{FF2B5EF4-FFF2-40B4-BE49-F238E27FC236}">
                <a16:creationId xmlns:a16="http://schemas.microsoft.com/office/drawing/2014/main" id="{AB48FEDB-2614-400B-9C19-0F4D448D98AB}"/>
              </a:ext>
            </a:extLst>
          </p:cNvPr>
          <p:cNvSpPr>
            <a:spLocks noGrp="1"/>
          </p:cNvSpPr>
          <p:nvPr>
            <p:ph type="sldNum" sz="quarter" idx="4"/>
          </p:nvPr>
        </p:nvSpPr>
        <p:spPr>
          <a:xfrm>
            <a:off x="10883899" y="6314400"/>
            <a:ext cx="757237" cy="365125"/>
          </a:xfrm>
          <a:prstGeom prst="rect">
            <a:avLst/>
          </a:prstGeom>
        </p:spPr>
        <p:txBody>
          <a:bodyPr vert="horz" lIns="91440" tIns="45720" rIns="91440" bIns="45720" rtlCol="0" anchor="ctr"/>
          <a:lstStyle>
            <a:lvl1pPr algn="r">
              <a:defRPr sz="1000" spc="100" baseline="0">
                <a:solidFill>
                  <a:schemeClr val="tx1"/>
                </a:solidFill>
              </a:defRPr>
            </a:lvl1pPr>
          </a:lstStyle>
          <a:p>
            <a:fld id="{4CD77608-3819-479B-BB98-C216BA724EFE}" type="slidenum">
              <a:rPr lang="en-US" smtClean="0"/>
              <a:pPr/>
              <a:t>‹#›</a:t>
            </a:fld>
            <a:endParaRPr lang="en-US" sz="1000" dirty="0"/>
          </a:p>
        </p:txBody>
      </p:sp>
    </p:spTree>
    <p:extLst>
      <p:ext uri="{BB962C8B-B14F-4D97-AF65-F5344CB8AC3E}">
        <p14:creationId xmlns:p14="http://schemas.microsoft.com/office/powerpoint/2010/main" val="3513992623"/>
      </p:ext>
    </p:extLst>
  </p:cSld>
  <p:clrMap bg1="dk1" tx1="lt1" bg2="dk2" tx2="lt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59" r:id="rId6"/>
    <p:sldLayoutId id="2147483955" r:id="rId7"/>
    <p:sldLayoutId id="2147483956" r:id="rId8"/>
    <p:sldLayoutId id="2147483957" r:id="rId9"/>
    <p:sldLayoutId id="2147483958" r:id="rId10"/>
    <p:sldLayoutId id="2147483960" r:id="rId11"/>
  </p:sldLayoutIdLst>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70000" indent="-270000" algn="l" defTabSz="914400" rtl="0" eaLnBrk="1" latinLnBrk="0" hangingPunct="1">
        <a:lnSpc>
          <a:spcPct val="125000"/>
        </a:lnSpc>
        <a:spcBef>
          <a:spcPts val="1000"/>
        </a:spcBef>
        <a:buFont typeface="Arial" panose="020B0604020202020204" pitchFamily="34" charset="0"/>
        <a:buChar char="•"/>
        <a:defRPr sz="1800" kern="1200" spc="50" baseline="0">
          <a:solidFill>
            <a:schemeClr val="tx1"/>
          </a:solidFill>
          <a:latin typeface="+mn-lt"/>
          <a:ea typeface="+mn-ea"/>
          <a:cs typeface="+mn-cs"/>
        </a:defRPr>
      </a:lvl1pPr>
      <a:lvl2pPr marL="72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08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3pPr>
      <a:lvl4pPr marL="144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4pPr>
      <a:lvl5pPr marL="180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EB9B5A19-3592-48E2-BC31-90E092BD6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E2548C40-4C00-4E91-BFA6-84B4D66225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49" name="Rectangle 48">
              <a:extLst>
                <a:ext uri="{FF2B5EF4-FFF2-40B4-BE49-F238E27FC236}">
                  <a16:creationId xmlns:a16="http://schemas.microsoft.com/office/drawing/2014/main" id="{B6EE6BCA-C84E-4BED-B084-F599F7EE689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24695526-4BAA-4EFE-91C1-1E446117C0C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00DF9B86-7987-40DC-85D6-479F5A2E87C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2" name="Group 51">
              <a:extLst>
                <a:ext uri="{FF2B5EF4-FFF2-40B4-BE49-F238E27FC236}">
                  <a16:creationId xmlns:a16="http://schemas.microsoft.com/office/drawing/2014/main" id="{A5465368-1AF5-43D6-BAD2-6BE8B04D94C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57" name="Rectangle 56">
                <a:extLst>
                  <a:ext uri="{FF2B5EF4-FFF2-40B4-BE49-F238E27FC236}">
                    <a16:creationId xmlns:a16="http://schemas.microsoft.com/office/drawing/2014/main" id="{CEB28D27-BDED-4D8C-94FC-58E932357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77AC833D-449C-45F4-9851-216F3681F2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a:extLst>
                <a:ext uri="{FF2B5EF4-FFF2-40B4-BE49-F238E27FC236}">
                  <a16:creationId xmlns:a16="http://schemas.microsoft.com/office/drawing/2014/main" id="{09528AAE-A1EB-446C-81BE-BA5E4490E4E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55" name="Rectangle 54">
                <a:extLst>
                  <a:ext uri="{FF2B5EF4-FFF2-40B4-BE49-F238E27FC236}">
                    <a16:creationId xmlns:a16="http://schemas.microsoft.com/office/drawing/2014/main" id="{9F7C0F2C-B581-402B-B4C4-6DFB71314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356A6B0D-707F-420B-BF4D-2CB60CCCA0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Rectangle 53">
              <a:extLst>
                <a:ext uri="{FF2B5EF4-FFF2-40B4-BE49-F238E27FC236}">
                  <a16:creationId xmlns:a16="http://schemas.microsoft.com/office/drawing/2014/main" id="{F8B7A59E-D61A-4BEB-A38A-1E8E5EBB837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DD99E1B6-CBC4-4306-9DFC-847D6D135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37000">
                <a:schemeClr val="bg2">
                  <a:alpha val="40000"/>
                </a:schemeClr>
              </a:gs>
              <a:gs pos="79000">
                <a:schemeClr val="bg2">
                  <a:alpha val="0"/>
                </a:scheme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09F09E75-5227-58F2-C932-969DE6169A14}"/>
              </a:ext>
            </a:extLst>
          </p:cNvPr>
          <p:cNvSpPr>
            <a:spLocks noGrp="1"/>
          </p:cNvSpPr>
          <p:nvPr>
            <p:ph type="ctrTitle"/>
          </p:nvPr>
        </p:nvSpPr>
        <p:spPr>
          <a:xfrm>
            <a:off x="540000" y="540000"/>
            <a:ext cx="5296178" cy="2522903"/>
          </a:xfrm>
        </p:spPr>
        <p:txBody>
          <a:bodyPr>
            <a:normAutofit/>
          </a:bodyPr>
          <a:lstStyle/>
          <a:p>
            <a:r>
              <a:rPr lang="en-US" sz="8100"/>
              <a:t>Scrum-agile</a:t>
            </a:r>
            <a:br>
              <a:rPr lang="en-US" sz="8100"/>
            </a:br>
            <a:r>
              <a:rPr lang="en-US" sz="8100"/>
              <a:t>Approach</a:t>
            </a:r>
          </a:p>
        </p:txBody>
      </p:sp>
      <p:grpSp>
        <p:nvGrpSpPr>
          <p:cNvPr id="62" name="Group 61">
            <a:extLst>
              <a:ext uri="{FF2B5EF4-FFF2-40B4-BE49-F238E27FC236}">
                <a16:creationId xmlns:a16="http://schemas.microsoft.com/office/drawing/2014/main" id="{3C16EB93-E299-481D-A004-769603D375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37600" y="3600"/>
            <a:ext cx="6854400" cy="6854400"/>
            <a:chOff x="0" y="3600"/>
            <a:chExt cx="6854400" cy="6854400"/>
          </a:xfrm>
        </p:grpSpPr>
        <p:sp>
          <p:nvSpPr>
            <p:cNvPr id="63" name="Oval 62">
              <a:extLst>
                <a:ext uri="{FF2B5EF4-FFF2-40B4-BE49-F238E27FC236}">
                  <a16:creationId xmlns:a16="http://schemas.microsoft.com/office/drawing/2014/main" id="{6CD13B55-E709-4E18-924B-655433A928E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 y="36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6A3B2E1D-0135-45FF-990A-436697D2071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 y="199202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2BD9E0F-507C-49AD-B619-B42B4D342D6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9" name="Picture 3" descr="Jigsaw puzzles in plastic figures">
            <a:extLst>
              <a:ext uri="{FF2B5EF4-FFF2-40B4-BE49-F238E27FC236}">
                <a16:creationId xmlns:a16="http://schemas.microsoft.com/office/drawing/2014/main" id="{CE8F09E0-D455-02D4-8DE5-B5EB0BDEDF2C}"/>
              </a:ext>
            </a:extLst>
          </p:cNvPr>
          <p:cNvPicPr>
            <a:picLocks noChangeAspect="1"/>
          </p:cNvPicPr>
          <p:nvPr/>
        </p:nvPicPr>
        <p:blipFill rotWithShape="1">
          <a:blip r:embed="rId2"/>
          <a:srcRect l="17503" r="13247"/>
          <a:stretch/>
        </p:blipFill>
        <p:spPr>
          <a:xfrm>
            <a:off x="4896763" y="-1"/>
            <a:ext cx="6858000" cy="6858000"/>
          </a:xfrm>
          <a:custGeom>
            <a:avLst/>
            <a:gdLst/>
            <a:ahLst/>
            <a:cxnLst/>
            <a:rect l="l" t="t" r="r" b="b"/>
            <a:pathLst>
              <a:path w="6858000" h="6858000">
                <a:moveTo>
                  <a:pt x="3429001" y="0"/>
                </a:moveTo>
                <a:cubicBezTo>
                  <a:pt x="5322784" y="0"/>
                  <a:pt x="6858000" y="1535216"/>
                  <a:pt x="6858000" y="3429001"/>
                </a:cubicBezTo>
                <a:cubicBezTo>
                  <a:pt x="6858000" y="5322785"/>
                  <a:pt x="5322784" y="6858000"/>
                  <a:pt x="3429001" y="6858000"/>
                </a:cubicBezTo>
                <a:cubicBezTo>
                  <a:pt x="1535216" y="6858000"/>
                  <a:pt x="0" y="5322785"/>
                  <a:pt x="0" y="3429001"/>
                </a:cubicBezTo>
                <a:cubicBezTo>
                  <a:pt x="0" y="1535216"/>
                  <a:pt x="1535216" y="0"/>
                  <a:pt x="3429001" y="0"/>
                </a:cubicBezTo>
                <a:close/>
              </a:path>
            </a:pathLst>
          </a:custGeom>
          <a:effectLst>
            <a:softEdge rad="1016000"/>
          </a:effectLst>
        </p:spPr>
      </p:pic>
      <p:sp>
        <p:nvSpPr>
          <p:cNvPr id="5" name="TextBox 4">
            <a:extLst>
              <a:ext uri="{FF2B5EF4-FFF2-40B4-BE49-F238E27FC236}">
                <a16:creationId xmlns:a16="http://schemas.microsoft.com/office/drawing/2014/main" id="{A935B4EA-187F-C264-3051-453041927311}"/>
              </a:ext>
            </a:extLst>
          </p:cNvPr>
          <p:cNvSpPr txBox="1"/>
          <p:nvPr/>
        </p:nvSpPr>
        <p:spPr>
          <a:xfrm>
            <a:off x="8676155" y="6378948"/>
            <a:ext cx="338193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Presented by: Andrew Nelson</a:t>
            </a:r>
          </a:p>
        </p:txBody>
      </p:sp>
      <p:sp>
        <p:nvSpPr>
          <p:cNvPr id="3" name="Subtitle 2">
            <a:extLst>
              <a:ext uri="{FF2B5EF4-FFF2-40B4-BE49-F238E27FC236}">
                <a16:creationId xmlns:a16="http://schemas.microsoft.com/office/drawing/2014/main" id="{1294C6B5-D884-1951-26B6-8A9A0F1E25E1}"/>
              </a:ext>
            </a:extLst>
          </p:cNvPr>
          <p:cNvSpPr>
            <a:spLocks noGrp="1"/>
          </p:cNvSpPr>
          <p:nvPr>
            <p:ph type="subTitle" idx="1"/>
          </p:nvPr>
        </p:nvSpPr>
        <p:spPr>
          <a:xfrm>
            <a:off x="596029" y="3430858"/>
            <a:ext cx="9296678" cy="1813308"/>
          </a:xfrm>
        </p:spPr>
        <p:txBody>
          <a:bodyPr vert="horz" lIns="91440" tIns="45720" rIns="91440" bIns="45720" rtlCol="0" anchor="t">
            <a:normAutofit/>
          </a:bodyPr>
          <a:lstStyle/>
          <a:p>
            <a:r>
              <a:rPr lang="en-US" dirty="0"/>
              <a:t>-The scrum-agile team</a:t>
            </a:r>
          </a:p>
          <a:p>
            <a:r>
              <a:rPr lang="en-US" dirty="0"/>
              <a:t>-SDLC phases</a:t>
            </a:r>
          </a:p>
          <a:p>
            <a:r>
              <a:rPr lang="en-US" dirty="0"/>
              <a:t>-waterfall approach</a:t>
            </a:r>
          </a:p>
          <a:p>
            <a:r>
              <a:rPr lang="en-US" dirty="0"/>
              <a:t>-Things to consider Waterfall vs agile approach</a:t>
            </a:r>
          </a:p>
        </p:txBody>
      </p:sp>
    </p:spTree>
    <p:extLst>
      <p:ext uri="{BB962C8B-B14F-4D97-AF65-F5344CB8AC3E}">
        <p14:creationId xmlns:p14="http://schemas.microsoft.com/office/powerpoint/2010/main" val="1373451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7">
            <a:extLst>
              <a:ext uri="{FF2B5EF4-FFF2-40B4-BE49-F238E27FC236}">
                <a16:creationId xmlns:a16="http://schemas.microsoft.com/office/drawing/2014/main" id="{7BA10581-08F2-4D9E-8CB4-07ECFEE95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9">
            <a:extLst>
              <a:ext uri="{FF2B5EF4-FFF2-40B4-BE49-F238E27FC236}">
                <a16:creationId xmlns:a16="http://schemas.microsoft.com/office/drawing/2014/main" id="{59E2092A-4250-4BDD-AC6C-CA57E30DDD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7266875" cy="6858000"/>
            <a:chOff x="0" y="0"/>
            <a:chExt cx="7266875" cy="6858000"/>
          </a:xfrm>
        </p:grpSpPr>
        <p:sp>
          <p:nvSpPr>
            <p:cNvPr id="11" name="Freeform: Shape 10">
              <a:extLst>
                <a:ext uri="{FF2B5EF4-FFF2-40B4-BE49-F238E27FC236}">
                  <a16:creationId xmlns:a16="http://schemas.microsoft.com/office/drawing/2014/main" id="{FA1EE7D2-EB27-4C6C-8E54-CBCDDCA178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3600"/>
              <a:ext cx="7266875" cy="6854400"/>
            </a:xfrm>
            <a:custGeom>
              <a:avLst/>
              <a:gdLst>
                <a:gd name="connsiteX0" fmla="*/ 3839675 w 7266875"/>
                <a:gd name="connsiteY0" fmla="*/ 0 h 6854400"/>
                <a:gd name="connsiteX1" fmla="*/ 7266875 w 7266875"/>
                <a:gd name="connsiteY1" fmla="*/ 3427200 h 6854400"/>
                <a:gd name="connsiteX2" fmla="*/ 3839675 w 7266875"/>
                <a:gd name="connsiteY2" fmla="*/ 6854400 h 6854400"/>
                <a:gd name="connsiteX3" fmla="*/ 3489264 w 7266875"/>
                <a:gd name="connsiteY3" fmla="*/ 6836706 h 6854400"/>
                <a:gd name="connsiteX4" fmla="*/ 3327588 w 7266875"/>
                <a:gd name="connsiteY4" fmla="*/ 6816161 h 6854400"/>
                <a:gd name="connsiteX5" fmla="*/ 3174464 w 7266875"/>
                <a:gd name="connsiteY5" fmla="*/ 6839531 h 6854400"/>
                <a:gd name="connsiteX6" fmla="*/ 2880000 w 7266875"/>
                <a:gd name="connsiteY6" fmla="*/ 6854400 h 6854400"/>
                <a:gd name="connsiteX7" fmla="*/ 0 w 7266875"/>
                <a:gd name="connsiteY7" fmla="*/ 3974400 h 6854400"/>
                <a:gd name="connsiteX8" fmla="*/ 226325 w 7266875"/>
                <a:gd name="connsiteY8" fmla="*/ 2853374 h 6854400"/>
                <a:gd name="connsiteX9" fmla="*/ 258015 w 7266875"/>
                <a:gd name="connsiteY9" fmla="*/ 2787590 h 6854400"/>
                <a:gd name="connsiteX10" fmla="*/ 224445 w 7266875"/>
                <a:gd name="connsiteY10" fmla="*/ 2657030 h 6854400"/>
                <a:gd name="connsiteX11" fmla="*/ 180561 w 7266875"/>
                <a:gd name="connsiteY11" fmla="*/ 2221714 h 6854400"/>
                <a:gd name="connsiteX12" fmla="*/ 2340561 w 7266875"/>
                <a:gd name="connsiteY12" fmla="*/ 61714 h 6854400"/>
                <a:gd name="connsiteX13" fmla="*/ 2828370 w 7266875"/>
                <a:gd name="connsiteY13" fmla="*/ 117025 h 6854400"/>
                <a:gd name="connsiteX14" fmla="*/ 2891183 w 7266875"/>
                <a:gd name="connsiteY14" fmla="*/ 134017 h 6854400"/>
                <a:gd name="connsiteX15" fmla="*/ 2983165 w 7266875"/>
                <a:gd name="connsiteY15" fmla="*/ 107897 h 6854400"/>
                <a:gd name="connsiteX16" fmla="*/ 3839675 w 7266875"/>
                <a:gd name="connsiteY16" fmla="*/ 0 h 685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66875" h="6854400">
                  <a:moveTo>
                    <a:pt x="3839675" y="0"/>
                  </a:moveTo>
                  <a:cubicBezTo>
                    <a:pt x="5732465" y="0"/>
                    <a:pt x="7266875" y="1534410"/>
                    <a:pt x="7266875" y="3427200"/>
                  </a:cubicBezTo>
                  <a:cubicBezTo>
                    <a:pt x="7266875" y="5319990"/>
                    <a:pt x="5732465" y="6854400"/>
                    <a:pt x="3839675" y="6854400"/>
                  </a:cubicBezTo>
                  <a:cubicBezTo>
                    <a:pt x="3721376" y="6854400"/>
                    <a:pt x="3604476" y="6848406"/>
                    <a:pt x="3489264" y="6836706"/>
                  </a:cubicBezTo>
                  <a:lnTo>
                    <a:pt x="3327588" y="6816161"/>
                  </a:lnTo>
                  <a:lnTo>
                    <a:pt x="3174464" y="6839531"/>
                  </a:lnTo>
                  <a:cubicBezTo>
                    <a:pt x="3077646" y="6849363"/>
                    <a:pt x="2979412" y="6854400"/>
                    <a:pt x="2880000" y="6854400"/>
                  </a:cubicBezTo>
                  <a:cubicBezTo>
                    <a:pt x="1289420" y="6854400"/>
                    <a:pt x="0" y="5564980"/>
                    <a:pt x="0" y="3974400"/>
                  </a:cubicBezTo>
                  <a:cubicBezTo>
                    <a:pt x="0" y="3576755"/>
                    <a:pt x="80589" y="3197933"/>
                    <a:pt x="226325" y="2853374"/>
                  </a:cubicBezTo>
                  <a:lnTo>
                    <a:pt x="258015" y="2787590"/>
                  </a:lnTo>
                  <a:lnTo>
                    <a:pt x="224445" y="2657030"/>
                  </a:lnTo>
                  <a:cubicBezTo>
                    <a:pt x="195672" y="2516419"/>
                    <a:pt x="180561" y="2370831"/>
                    <a:pt x="180561" y="2221714"/>
                  </a:cubicBezTo>
                  <a:cubicBezTo>
                    <a:pt x="180561" y="1028779"/>
                    <a:pt x="1147626" y="61714"/>
                    <a:pt x="2340561" y="61714"/>
                  </a:cubicBezTo>
                  <a:cubicBezTo>
                    <a:pt x="2508318" y="61714"/>
                    <a:pt x="2671608" y="80838"/>
                    <a:pt x="2828370" y="117025"/>
                  </a:cubicBezTo>
                  <a:lnTo>
                    <a:pt x="2891183" y="134017"/>
                  </a:lnTo>
                  <a:lnTo>
                    <a:pt x="2983165" y="107897"/>
                  </a:lnTo>
                  <a:cubicBezTo>
                    <a:pt x="3256928" y="37461"/>
                    <a:pt x="3543927" y="0"/>
                    <a:pt x="3839675" y="0"/>
                  </a:cubicBezTo>
                  <a:close/>
                </a:path>
              </a:pathLst>
            </a:custGeom>
            <a:solidFill>
              <a:schemeClr val="bg2">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A73CF8FD-0917-4279-B6E7-120EE392F7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1094400"/>
              <a:ext cx="5760000" cy="5760000"/>
            </a:xfrm>
            <a:prstGeom prst="ellipse">
              <a:avLst/>
            </a:prstGeom>
            <a:solidFill>
              <a:schemeClr val="accent1">
                <a:alpha val="4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3A3FA15-CF3D-4F2B-BB5C-18E5DB3057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180561" y="61714"/>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F776AED5-83E6-4A3D-B609-7CCABAD440D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12475" y="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B9C7D886-F86E-0F3A-0DEF-9568176C7C32}"/>
              </a:ext>
            </a:extLst>
          </p:cNvPr>
          <p:cNvSpPr>
            <a:spLocks noGrp="1"/>
          </p:cNvSpPr>
          <p:nvPr>
            <p:ph type="title"/>
          </p:nvPr>
        </p:nvSpPr>
        <p:spPr>
          <a:xfrm>
            <a:off x="922020" y="833015"/>
            <a:ext cx="5193960" cy="5202026"/>
          </a:xfrm>
        </p:spPr>
        <p:txBody>
          <a:bodyPr anchor="ctr">
            <a:normAutofit/>
          </a:bodyPr>
          <a:lstStyle/>
          <a:p>
            <a:pPr algn="ctr"/>
            <a:r>
              <a:rPr lang="en-US" dirty="0"/>
              <a:t>The</a:t>
            </a:r>
            <a:br>
              <a:rPr lang="en-US" dirty="0"/>
            </a:br>
            <a:r>
              <a:rPr lang="en-US" dirty="0"/>
              <a:t>Scrum-Agile Team</a:t>
            </a:r>
          </a:p>
        </p:txBody>
      </p:sp>
      <p:sp>
        <p:nvSpPr>
          <p:cNvPr id="33" name="Content Placeholder 2">
            <a:extLst>
              <a:ext uri="{FF2B5EF4-FFF2-40B4-BE49-F238E27FC236}">
                <a16:creationId xmlns:a16="http://schemas.microsoft.com/office/drawing/2014/main" id="{6F8DAC59-59B8-F5DF-ACBE-22910A8FBA06}"/>
              </a:ext>
            </a:extLst>
          </p:cNvPr>
          <p:cNvSpPr>
            <a:spLocks noGrp="1"/>
          </p:cNvSpPr>
          <p:nvPr>
            <p:ph idx="1"/>
          </p:nvPr>
        </p:nvSpPr>
        <p:spPr>
          <a:xfrm>
            <a:off x="6711857" y="349848"/>
            <a:ext cx="4929280" cy="6174617"/>
          </a:xfrm>
        </p:spPr>
        <p:txBody>
          <a:bodyPr anchor="ctr">
            <a:normAutofit lnSpcReduction="10000"/>
          </a:bodyPr>
          <a:lstStyle/>
          <a:p>
            <a:pPr marL="269875" indent="-269875"/>
            <a:r>
              <a:rPr lang="en-US" dirty="0"/>
              <a:t>Product Owner</a:t>
            </a:r>
          </a:p>
          <a:p>
            <a:pPr marL="719455" lvl="1" indent="-269875"/>
            <a:r>
              <a:rPr lang="en-US" dirty="0"/>
              <a:t>Represents the customer's voice</a:t>
            </a:r>
          </a:p>
          <a:p>
            <a:pPr marL="719455" lvl="1" indent="-269875"/>
            <a:r>
              <a:rPr lang="en-US" dirty="0"/>
              <a:t>Manages the product</a:t>
            </a:r>
          </a:p>
          <a:p>
            <a:pPr marL="719455" lvl="1" indent="-269875"/>
            <a:r>
              <a:rPr lang="en-US" dirty="0"/>
              <a:t>Manages product backlog</a:t>
            </a:r>
          </a:p>
          <a:p>
            <a:pPr marL="1079500" lvl="2" indent="-269875"/>
            <a:r>
              <a:rPr lang="en-US" dirty="0"/>
              <a:t>Prioritizes items</a:t>
            </a:r>
          </a:p>
          <a:p>
            <a:pPr marL="1079500" lvl="2" indent="-269875"/>
            <a:r>
              <a:rPr lang="en-US" dirty="0"/>
              <a:t>Refines items</a:t>
            </a:r>
          </a:p>
          <a:p>
            <a:pPr marL="269875" indent="-269875"/>
            <a:r>
              <a:rPr lang="en-US" dirty="0"/>
              <a:t>Scrum Master</a:t>
            </a:r>
          </a:p>
          <a:p>
            <a:pPr marL="719455" lvl="1" indent="-269875"/>
            <a:r>
              <a:rPr lang="en-US" dirty="0"/>
              <a:t>Promotes agile approach</a:t>
            </a:r>
          </a:p>
          <a:p>
            <a:pPr marL="719455" lvl="1" indent="-269875"/>
            <a:r>
              <a:rPr lang="en-US" dirty="0"/>
              <a:t>Facilitates meetings</a:t>
            </a:r>
          </a:p>
          <a:p>
            <a:pPr marL="719455" lvl="1" indent="-269875"/>
            <a:r>
              <a:rPr lang="en-US" dirty="0"/>
              <a:t>Leader</a:t>
            </a:r>
          </a:p>
          <a:p>
            <a:pPr marL="719455" lvl="1" indent="-269875"/>
            <a:r>
              <a:rPr lang="en-US" dirty="0"/>
              <a:t>Mentor</a:t>
            </a:r>
          </a:p>
          <a:p>
            <a:pPr marL="269875" indent="-269875"/>
            <a:r>
              <a:rPr lang="en-US" dirty="0"/>
              <a:t>Developer</a:t>
            </a:r>
          </a:p>
          <a:p>
            <a:pPr marL="719455" lvl="1" indent="-269875"/>
            <a:r>
              <a:rPr lang="en-US" dirty="0"/>
              <a:t>Produces working software</a:t>
            </a:r>
          </a:p>
          <a:p>
            <a:pPr marL="719455" lvl="1" indent="-269875"/>
            <a:r>
              <a:rPr lang="en-US" dirty="0"/>
              <a:t>Self-organizing</a:t>
            </a:r>
          </a:p>
          <a:p>
            <a:pPr marL="719455" lvl="1" indent="-269875"/>
            <a:r>
              <a:rPr lang="en-US" dirty="0"/>
              <a:t>Incremental Production and testing</a:t>
            </a:r>
          </a:p>
          <a:p>
            <a:pPr marL="269875" indent="-269875"/>
            <a:endParaRPr lang="en-US" dirty="0"/>
          </a:p>
        </p:txBody>
      </p:sp>
    </p:spTree>
    <p:extLst>
      <p:ext uri="{BB962C8B-B14F-4D97-AF65-F5344CB8AC3E}">
        <p14:creationId xmlns:p14="http://schemas.microsoft.com/office/powerpoint/2010/main" val="909385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4E480B-94D6-46F9-A2B6-B98D311FDC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10" name="Rectangle 9">
              <a:extLst>
                <a:ext uri="{FF2B5EF4-FFF2-40B4-BE49-F238E27FC236}">
                  <a16:creationId xmlns:a16="http://schemas.microsoft.com/office/drawing/2014/main" id="{07183CDE-91A1-40C3-8E80-66F89E1C2D5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Oval 10">
              <a:extLst>
                <a:ext uri="{FF2B5EF4-FFF2-40B4-BE49-F238E27FC236}">
                  <a16:creationId xmlns:a16="http://schemas.microsoft.com/office/drawing/2014/main" id="{A6756515-F9AA-46BD-8DD2-AA15BA492A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BA365E2-8B71-408B-9092-0104216AC7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3" name="Group 12">
              <a:extLst>
                <a:ext uri="{FF2B5EF4-FFF2-40B4-BE49-F238E27FC236}">
                  <a16:creationId xmlns:a16="http://schemas.microsoft.com/office/drawing/2014/main" id="{BEDB8D7A-1BF6-4CDB-B93A-7736955F50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5AACD774-5167-46C7-8A62-6E2FE4BE94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06E0F2D8-452E-48F9-9912-C47EAEAE1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4" name="Group 13">
              <a:extLst>
                <a:ext uri="{FF2B5EF4-FFF2-40B4-BE49-F238E27FC236}">
                  <a16:creationId xmlns:a16="http://schemas.microsoft.com/office/drawing/2014/main" id="{91FBBF95-430B-427C-A6E8-DB899217F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EE64698-3ED2-4395-B7FC-65248E437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FE20B1E1-CE09-4C2A-A3FB-DB8026C54E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5" name="Rectangle 14">
              <a:extLst>
                <a:ext uri="{FF2B5EF4-FFF2-40B4-BE49-F238E27FC236}">
                  <a16:creationId xmlns:a16="http://schemas.microsoft.com/office/drawing/2014/main" id="{0CB2405B-A907-48B3-906A-FB3573C0B2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1" name="Rectangle 20">
            <a:extLst>
              <a:ext uri="{FF2B5EF4-FFF2-40B4-BE49-F238E27FC236}">
                <a16:creationId xmlns:a16="http://schemas.microsoft.com/office/drawing/2014/main" id="{6DC8E2D9-6729-4614-8667-C1016D318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pic>
        <p:nvPicPr>
          <p:cNvPr id="5" name="Picture 4" descr="Computer script on a screen">
            <a:extLst>
              <a:ext uri="{FF2B5EF4-FFF2-40B4-BE49-F238E27FC236}">
                <a16:creationId xmlns:a16="http://schemas.microsoft.com/office/drawing/2014/main" id="{A5752F90-4678-C0D4-401D-16C5FF297F92}"/>
              </a:ext>
            </a:extLst>
          </p:cNvPr>
          <p:cNvPicPr>
            <a:picLocks noChangeAspect="1"/>
          </p:cNvPicPr>
          <p:nvPr/>
        </p:nvPicPr>
        <p:blipFill rotWithShape="1">
          <a:blip r:embed="rId3">
            <a:alphaModFix/>
          </a:blip>
          <a:srcRect t="6575" r="-8" b="9027"/>
          <a:stretch/>
        </p:blipFill>
        <p:spPr>
          <a:xfrm>
            <a:off x="-688" y="10"/>
            <a:ext cx="12192687" cy="6857990"/>
          </a:xfrm>
          <a:prstGeom prst="rect">
            <a:avLst/>
          </a:prstGeom>
        </p:spPr>
      </p:pic>
      <p:grpSp>
        <p:nvGrpSpPr>
          <p:cNvPr id="23" name="Group 22">
            <a:extLst>
              <a:ext uri="{FF2B5EF4-FFF2-40B4-BE49-F238E27FC236}">
                <a16:creationId xmlns:a16="http://schemas.microsoft.com/office/drawing/2014/main" id="{67E5A0E9-CDDE-4DCA-AF08-51C5F527B2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87081" y="2383098"/>
            <a:ext cx="8504912" cy="4474902"/>
            <a:chOff x="3687081" y="2383098"/>
            <a:chExt cx="8504912" cy="4474902"/>
          </a:xfrm>
        </p:grpSpPr>
        <p:sp>
          <p:nvSpPr>
            <p:cNvPr id="24" name="Rectangle 23">
              <a:extLst>
                <a:ext uri="{FF2B5EF4-FFF2-40B4-BE49-F238E27FC236}">
                  <a16:creationId xmlns:a16="http://schemas.microsoft.com/office/drawing/2014/main" id="{B17E316D-4428-4D57-B317-89C0188D12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7767537" y="3267075"/>
              <a:ext cx="4424455" cy="3590912"/>
            </a:xfrm>
            <a:prstGeom prst="rect">
              <a:avLst/>
            </a:prstGeom>
            <a:gradFill flip="none" rotWithShape="1">
              <a:gsLst>
                <a:gs pos="21540">
                  <a:srgbClr val="000000">
                    <a:alpha val="60000"/>
                  </a:srgbClr>
                </a:gs>
                <a:gs pos="0">
                  <a:schemeClr val="bg1">
                    <a:alpha val="80000"/>
                  </a:schemeClr>
                </a:gs>
                <a:gs pos="60000">
                  <a:schemeClr val="bg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41D91D-DB18-49B2-8491-D9B58D9BEE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6857996" y="2528899"/>
              <a:ext cx="5333997" cy="4329101"/>
            </a:xfrm>
            <a:prstGeom prst="rect">
              <a:avLst/>
            </a:prstGeom>
            <a:gradFill flip="none" rotWithShape="1">
              <a:gsLst>
                <a:gs pos="0">
                  <a:schemeClr val="accent3"/>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F86D39DF-79DC-4886-9AE2-F36527F34AF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16388" y="3267076"/>
              <a:ext cx="7181848" cy="3590924"/>
              <a:chOff x="4116388" y="3267076"/>
              <a:chExt cx="7181848" cy="3590924"/>
            </a:xfrm>
          </p:grpSpPr>
          <p:sp>
            <p:nvSpPr>
              <p:cNvPr id="30" name="Rectangle 29">
                <a:extLst>
                  <a:ext uri="{FF2B5EF4-FFF2-40B4-BE49-F238E27FC236}">
                    <a16:creationId xmlns:a16="http://schemas.microsoft.com/office/drawing/2014/main" id="{C5420157-AB03-4BA5-9929-E6B8F5547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7707312" y="3267076"/>
                <a:ext cx="3590924" cy="3590924"/>
              </a:xfrm>
              <a:prstGeom prst="rect">
                <a:avLst/>
              </a:prstGeom>
              <a:gradFill flip="none" rotWithShape="1">
                <a:gsLst>
                  <a:gs pos="30000">
                    <a:schemeClr val="bg1">
                      <a:alpha val="60000"/>
                    </a:schemeClr>
                  </a:gs>
                  <a:gs pos="0">
                    <a:schemeClr val="bg1">
                      <a:alpha val="80000"/>
                    </a:schemeClr>
                  </a:gs>
                  <a:gs pos="65000">
                    <a:schemeClr val="bg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6C717704-1441-4185-ABBE-16BF31D64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116388" y="3267076"/>
                <a:ext cx="3590924" cy="3590924"/>
              </a:xfrm>
              <a:prstGeom prst="rect">
                <a:avLst/>
              </a:prstGeom>
              <a:gradFill flip="none" rotWithShape="1">
                <a:gsLst>
                  <a:gs pos="30000">
                    <a:schemeClr val="bg1">
                      <a:alpha val="60000"/>
                    </a:schemeClr>
                  </a:gs>
                  <a:gs pos="0">
                    <a:schemeClr val="bg1">
                      <a:alpha val="80000"/>
                    </a:schemeClr>
                  </a:gs>
                  <a:gs pos="65000">
                    <a:schemeClr val="bg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8D83457A-292A-44C1-885A-14F02D9CA77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87081" y="2383098"/>
              <a:ext cx="8040462" cy="4474902"/>
              <a:chOff x="3687081" y="2383098"/>
              <a:chExt cx="8040462" cy="4474902"/>
            </a:xfrm>
          </p:grpSpPr>
          <p:sp>
            <p:nvSpPr>
              <p:cNvPr id="28" name="Rectangle 27">
                <a:extLst>
                  <a:ext uri="{FF2B5EF4-FFF2-40B4-BE49-F238E27FC236}">
                    <a16:creationId xmlns:a16="http://schemas.microsoft.com/office/drawing/2014/main" id="{F8445E20-1543-4F19-A6B8-589BCA87F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7707312" y="2383098"/>
                <a:ext cx="4020231" cy="4474902"/>
              </a:xfrm>
              <a:prstGeom prst="rect">
                <a:avLst/>
              </a:prstGeom>
              <a:gradFill flip="none" rotWithShape="1">
                <a:gsLst>
                  <a:gs pos="33000">
                    <a:schemeClr val="accent1">
                      <a:alpha val="60000"/>
                    </a:schemeClr>
                  </a:gs>
                  <a:gs pos="0">
                    <a:schemeClr val="accent1"/>
                  </a:gs>
                  <a:gs pos="64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92AC4E9-39D2-47AB-83FA-800F4867B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3687081" y="2383098"/>
                <a:ext cx="4020231" cy="4474902"/>
              </a:xfrm>
              <a:prstGeom prst="rect">
                <a:avLst/>
              </a:prstGeom>
              <a:gradFill flip="none" rotWithShape="1">
                <a:gsLst>
                  <a:gs pos="33000">
                    <a:schemeClr val="accent1">
                      <a:alpha val="60000"/>
                    </a:schemeClr>
                  </a:gs>
                  <a:gs pos="0">
                    <a:schemeClr val="accent1"/>
                  </a:gs>
                  <a:gs pos="64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3" name="Group 32">
            <a:extLst>
              <a:ext uri="{FF2B5EF4-FFF2-40B4-BE49-F238E27FC236}">
                <a16:creationId xmlns:a16="http://schemas.microsoft.com/office/drawing/2014/main" id="{197775A9-D29E-4DD8-A104-CCD5D95DD7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26224" cy="6550022"/>
            <a:chOff x="0" y="0"/>
            <a:chExt cx="9126224" cy="6550022"/>
          </a:xfrm>
        </p:grpSpPr>
        <p:sp>
          <p:nvSpPr>
            <p:cNvPr id="34" name="Rectangle 33">
              <a:extLst>
                <a:ext uri="{FF2B5EF4-FFF2-40B4-BE49-F238E27FC236}">
                  <a16:creationId xmlns:a16="http://schemas.microsoft.com/office/drawing/2014/main" id="{D69ACDB2-8064-4F44-BF0A-B10A7F9FDD0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flipH="1">
              <a:off x="1118453" y="-1118448"/>
              <a:ext cx="4709883" cy="6946785"/>
            </a:xfrm>
            <a:prstGeom prst="rect">
              <a:avLst/>
            </a:prstGeom>
            <a:gradFill flip="none" rotWithShape="1">
              <a:gsLst>
                <a:gs pos="19000">
                  <a:schemeClr val="bg1">
                    <a:alpha val="60000"/>
                  </a:schemeClr>
                </a:gs>
                <a:gs pos="0">
                  <a:schemeClr val="bg1">
                    <a:alpha val="80000"/>
                  </a:schemeClr>
                </a:gs>
                <a:gs pos="56000">
                  <a:schemeClr val="bg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41F45B3D-9DBF-4E3B-B455-AFCA211AB22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14999" y="0"/>
              <a:ext cx="7896226" cy="5337178"/>
              <a:chOff x="901291" y="0"/>
              <a:chExt cx="7896226" cy="5337178"/>
            </a:xfrm>
          </p:grpSpPr>
          <p:sp>
            <p:nvSpPr>
              <p:cNvPr id="40" name="Rectangle 39">
                <a:extLst>
                  <a:ext uri="{FF2B5EF4-FFF2-40B4-BE49-F238E27FC236}">
                    <a16:creationId xmlns:a16="http://schemas.microsoft.com/office/drawing/2014/main" id="{EEEAE4C1-92FF-4AC6-B9EB-4B47A44031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01291" y="0"/>
                <a:ext cx="3948113" cy="5337178"/>
              </a:xfrm>
              <a:prstGeom prst="rect">
                <a:avLst/>
              </a:prstGeom>
              <a:gradFill flip="none" rotWithShape="1">
                <a:gsLst>
                  <a:gs pos="20000">
                    <a:srgbClr val="000000">
                      <a:alpha val="60000"/>
                    </a:srgbClr>
                  </a:gs>
                  <a:gs pos="0">
                    <a:schemeClr val="bg1">
                      <a:alpha val="80000"/>
                    </a:schemeClr>
                  </a:gs>
                  <a:gs pos="60000">
                    <a:schemeClr val="bg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1" name="Rectangle 40">
                <a:extLst>
                  <a:ext uri="{FF2B5EF4-FFF2-40B4-BE49-F238E27FC236}">
                    <a16:creationId xmlns:a16="http://schemas.microsoft.com/office/drawing/2014/main" id="{E86DF69D-1051-4785-8ECF-1D97B66940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49404" y="0"/>
                <a:ext cx="3948113" cy="5337178"/>
              </a:xfrm>
              <a:prstGeom prst="rect">
                <a:avLst/>
              </a:prstGeom>
              <a:gradFill flip="none" rotWithShape="1">
                <a:gsLst>
                  <a:gs pos="20000">
                    <a:srgbClr val="000000">
                      <a:alpha val="60000"/>
                    </a:srgbClr>
                  </a:gs>
                  <a:gs pos="0">
                    <a:schemeClr val="bg1">
                      <a:alpha val="80000"/>
                    </a:schemeClr>
                  </a:gs>
                  <a:gs pos="60000">
                    <a:schemeClr val="bg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36" name="Rectangle 35">
              <a:extLst>
                <a:ext uri="{FF2B5EF4-FFF2-40B4-BE49-F238E27FC236}">
                  <a16:creationId xmlns:a16="http://schemas.microsoft.com/office/drawing/2014/main" id="{DF8F9F7E-0D44-4279-9D75-BA90983D9DD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flipH="1">
              <a:off x="1419817" y="-1419815"/>
              <a:ext cx="5978955" cy="8818587"/>
            </a:xfrm>
            <a:prstGeom prst="rect">
              <a:avLst/>
            </a:prstGeom>
            <a:gradFill flip="none" rotWithShape="1">
              <a:gsLst>
                <a:gs pos="0">
                  <a:schemeClr val="accent2"/>
                </a:gs>
                <a:gs pos="5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11B9F6AF-DCF0-4782-82E7-D08646AE7AB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9126224" cy="6550022"/>
              <a:chOff x="0" y="0"/>
              <a:chExt cx="9126224" cy="6550022"/>
            </a:xfrm>
          </p:grpSpPr>
          <p:sp>
            <p:nvSpPr>
              <p:cNvPr id="38" name="Rectangle 37">
                <a:extLst>
                  <a:ext uri="{FF2B5EF4-FFF2-40B4-BE49-F238E27FC236}">
                    <a16:creationId xmlns:a16="http://schemas.microsoft.com/office/drawing/2014/main" id="{2F8DE31B-4A50-4D6B-A805-A5D232DC4C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4563112" cy="6550022"/>
              </a:xfrm>
              <a:prstGeom prst="rect">
                <a:avLst/>
              </a:prstGeom>
              <a:gradFill flip="none" rotWithShape="1">
                <a:gsLst>
                  <a:gs pos="39000">
                    <a:schemeClr val="accent1">
                      <a:alpha val="40000"/>
                    </a:schemeClr>
                  </a:gs>
                  <a:gs pos="0">
                    <a:schemeClr val="accent1"/>
                  </a:gs>
                  <a:gs pos="57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F7B5306D-2C87-4F24-AF90-9716A04102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63112" y="0"/>
                <a:ext cx="4563112" cy="6550022"/>
              </a:xfrm>
              <a:prstGeom prst="rect">
                <a:avLst/>
              </a:prstGeom>
              <a:gradFill flip="none" rotWithShape="1">
                <a:gsLst>
                  <a:gs pos="39000">
                    <a:schemeClr val="accent1">
                      <a:alpha val="40000"/>
                    </a:schemeClr>
                  </a:gs>
                  <a:gs pos="0">
                    <a:schemeClr val="accent1"/>
                  </a:gs>
                  <a:gs pos="57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1441715F-09DD-BAB2-DAB9-BA1C46D5FB88}"/>
              </a:ext>
            </a:extLst>
          </p:cNvPr>
          <p:cNvSpPr>
            <a:spLocks noGrp="1"/>
          </p:cNvSpPr>
          <p:nvPr>
            <p:ph type="title"/>
          </p:nvPr>
        </p:nvSpPr>
        <p:spPr>
          <a:xfrm>
            <a:off x="517588" y="80558"/>
            <a:ext cx="11147517" cy="2085819"/>
          </a:xfrm>
        </p:spPr>
        <p:txBody>
          <a:bodyPr vert="horz" lIns="91440" tIns="45720" rIns="91440" bIns="45720" rtlCol="0" anchor="t">
            <a:normAutofit/>
          </a:bodyPr>
          <a:lstStyle/>
          <a:p>
            <a:pPr algn="ctr"/>
            <a:r>
              <a:rPr lang="en-US" sz="6200" dirty="0">
                <a:solidFill>
                  <a:srgbClr val="FFFFFF"/>
                </a:solidFill>
              </a:rPr>
              <a:t>Software Development Life Cycle</a:t>
            </a:r>
            <a:br>
              <a:rPr lang="en-US" sz="6200" dirty="0"/>
            </a:br>
            <a:r>
              <a:rPr lang="en-US" sz="6200" dirty="0">
                <a:solidFill>
                  <a:srgbClr val="FFFFFF"/>
                </a:solidFill>
              </a:rPr>
              <a:t>SDLC Phases in Agile</a:t>
            </a:r>
          </a:p>
        </p:txBody>
      </p:sp>
      <p:sp>
        <p:nvSpPr>
          <p:cNvPr id="4" name="TextBox 3">
            <a:extLst>
              <a:ext uri="{FF2B5EF4-FFF2-40B4-BE49-F238E27FC236}">
                <a16:creationId xmlns:a16="http://schemas.microsoft.com/office/drawing/2014/main" id="{954E515C-1388-D949-32D9-55FEBCFE2D5B}"/>
              </a:ext>
            </a:extLst>
          </p:cNvPr>
          <p:cNvSpPr txBox="1"/>
          <p:nvPr/>
        </p:nvSpPr>
        <p:spPr>
          <a:xfrm>
            <a:off x="7062507" y="1935815"/>
            <a:ext cx="5040405"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solidFill>
                  <a:schemeClr val="bg1"/>
                </a:solidFill>
              </a:rPr>
              <a:t>Planning Practices</a:t>
            </a:r>
          </a:p>
          <a:p>
            <a:pPr marL="742950" lvl="1" indent="-285750">
              <a:buFont typeface="Arial"/>
              <a:buChar char="•"/>
            </a:pPr>
            <a:r>
              <a:rPr lang="en-US" dirty="0"/>
              <a:t>Project Level planning</a:t>
            </a:r>
          </a:p>
          <a:p>
            <a:pPr marL="742950" lvl="1" indent="-285750">
              <a:buFont typeface="Arial"/>
              <a:buChar char="•"/>
            </a:pPr>
            <a:r>
              <a:rPr lang="en-US" dirty="0"/>
              <a:t>Release Level planning</a:t>
            </a:r>
          </a:p>
          <a:p>
            <a:pPr marL="742950" lvl="1" indent="-285750">
              <a:buFont typeface="Arial"/>
              <a:buChar char="•"/>
            </a:pPr>
            <a:r>
              <a:rPr lang="en-US" dirty="0"/>
              <a:t>Sprint Level planning</a:t>
            </a:r>
          </a:p>
          <a:p>
            <a:pPr marL="285750" indent="-285750">
              <a:buFont typeface="Arial"/>
              <a:buChar char="•"/>
            </a:pPr>
            <a:r>
              <a:rPr lang="en-US" b="1" dirty="0">
                <a:solidFill>
                  <a:schemeClr val="bg1"/>
                </a:solidFill>
              </a:rPr>
              <a:t>Incremental Development</a:t>
            </a:r>
          </a:p>
          <a:p>
            <a:pPr marL="742950" lvl="1" indent="-285750">
              <a:buFont typeface="Arial"/>
              <a:buChar char="•"/>
            </a:pPr>
            <a:r>
              <a:rPr lang="en-US" dirty="0"/>
              <a:t>Produce working software incrementally</a:t>
            </a:r>
          </a:p>
          <a:p>
            <a:pPr marL="285750" indent="-285750">
              <a:buFont typeface="Arial"/>
              <a:buChar char="•"/>
            </a:pPr>
            <a:r>
              <a:rPr lang="en-US" b="1" dirty="0">
                <a:solidFill>
                  <a:schemeClr val="bg1"/>
                </a:solidFill>
              </a:rPr>
              <a:t>Concurrent testing</a:t>
            </a:r>
          </a:p>
          <a:p>
            <a:pPr marL="742950" lvl="1" indent="-285750">
              <a:buFont typeface="Arial"/>
              <a:buChar char="•"/>
            </a:pPr>
            <a:r>
              <a:rPr lang="en-US" dirty="0"/>
              <a:t>Testing concurrently with development</a:t>
            </a:r>
          </a:p>
          <a:p>
            <a:pPr marL="285750" indent="-285750">
              <a:buFont typeface="Arial"/>
              <a:buChar char="•"/>
            </a:pPr>
            <a:r>
              <a:rPr lang="en-US" b="1" dirty="0">
                <a:solidFill>
                  <a:schemeClr val="bg1"/>
                </a:solidFill>
              </a:rPr>
              <a:t>Product Delivery</a:t>
            </a:r>
          </a:p>
          <a:p>
            <a:pPr marL="742950" lvl="1" indent="-285750">
              <a:buFont typeface="Arial"/>
              <a:buChar char="•"/>
            </a:pPr>
            <a:r>
              <a:rPr lang="en-US" dirty="0"/>
              <a:t>Incrementally deliver working software to customer for approval</a:t>
            </a:r>
          </a:p>
          <a:p>
            <a:pPr marL="285750" indent="-285750">
              <a:buFont typeface="Arial"/>
              <a:buChar char="•"/>
            </a:pPr>
            <a:r>
              <a:rPr lang="en-US" b="1" dirty="0">
                <a:solidFill>
                  <a:schemeClr val="bg1"/>
                </a:solidFill>
              </a:rPr>
              <a:t>Retrospectives and Sprint Reviews</a:t>
            </a:r>
          </a:p>
          <a:p>
            <a:pPr marL="742950" lvl="1" indent="-285750">
              <a:buFont typeface="Arial"/>
              <a:buChar char="•"/>
            </a:pPr>
            <a:r>
              <a:rPr lang="en-US" dirty="0"/>
              <a:t>Reflect on the entire process of production for improvements</a:t>
            </a:r>
          </a:p>
          <a:p>
            <a:pPr marL="742950" lvl="1" indent="-285750">
              <a:buFont typeface="Arial"/>
              <a:buChar char="•"/>
            </a:pPr>
            <a:r>
              <a:rPr lang="en-US" dirty="0"/>
              <a:t>Reflect on Sprint for process improvements</a:t>
            </a:r>
          </a:p>
          <a:p>
            <a:pPr marL="742950" lvl="1" indent="-285750">
              <a:buFont typeface="Arial"/>
              <a:buChar char="•"/>
            </a:pPr>
            <a:endParaRPr lang="en-US" dirty="0"/>
          </a:p>
        </p:txBody>
      </p:sp>
    </p:spTree>
    <p:extLst>
      <p:ext uri="{BB962C8B-B14F-4D97-AF65-F5344CB8AC3E}">
        <p14:creationId xmlns:p14="http://schemas.microsoft.com/office/powerpoint/2010/main" val="605659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4E480B-94D6-46F9-A2B6-B98D311FDC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10" name="Rectangle 9">
              <a:extLst>
                <a:ext uri="{FF2B5EF4-FFF2-40B4-BE49-F238E27FC236}">
                  <a16:creationId xmlns:a16="http://schemas.microsoft.com/office/drawing/2014/main" id="{07183CDE-91A1-40C3-8E80-66F89E1C2D5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Oval 10">
              <a:extLst>
                <a:ext uri="{FF2B5EF4-FFF2-40B4-BE49-F238E27FC236}">
                  <a16:creationId xmlns:a16="http://schemas.microsoft.com/office/drawing/2014/main" id="{A6756515-F9AA-46BD-8DD2-AA15BA492A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BA365E2-8B71-408B-9092-0104216AC7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3" name="Group 12">
              <a:extLst>
                <a:ext uri="{FF2B5EF4-FFF2-40B4-BE49-F238E27FC236}">
                  <a16:creationId xmlns:a16="http://schemas.microsoft.com/office/drawing/2014/main" id="{BEDB8D7A-1BF6-4CDB-B93A-7736955F50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5AACD774-5167-46C7-8A62-6E2FE4BE94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06E0F2D8-452E-48F9-9912-C47EAEAE1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4" name="Group 13">
              <a:extLst>
                <a:ext uri="{FF2B5EF4-FFF2-40B4-BE49-F238E27FC236}">
                  <a16:creationId xmlns:a16="http://schemas.microsoft.com/office/drawing/2014/main" id="{91FBBF95-430B-427C-A6E8-DB899217F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EE64698-3ED2-4395-B7FC-65248E437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FE20B1E1-CE09-4C2A-A3FB-DB8026C54E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5" name="Rectangle 14">
              <a:extLst>
                <a:ext uri="{FF2B5EF4-FFF2-40B4-BE49-F238E27FC236}">
                  <a16:creationId xmlns:a16="http://schemas.microsoft.com/office/drawing/2014/main" id="{0CB2405B-A907-48B3-906A-FB3573C0B2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1" name="Rectangle 20">
            <a:extLst>
              <a:ext uri="{FF2B5EF4-FFF2-40B4-BE49-F238E27FC236}">
                <a16:creationId xmlns:a16="http://schemas.microsoft.com/office/drawing/2014/main" id="{6DC8E2D9-6729-4614-8667-C1016D318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23" name="Rectangle 22">
            <a:extLst>
              <a:ext uri="{FF2B5EF4-FFF2-40B4-BE49-F238E27FC236}">
                <a16:creationId xmlns:a16="http://schemas.microsoft.com/office/drawing/2014/main" id="{9C51935E-4A08-4AE4-8E13-F40CD3C4F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6E2935B3-43F9-4F49-AEEE-A09015DDFF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26" name="Rectangle 25">
              <a:extLst>
                <a:ext uri="{FF2B5EF4-FFF2-40B4-BE49-F238E27FC236}">
                  <a16:creationId xmlns:a16="http://schemas.microsoft.com/office/drawing/2014/main" id="{823C3E9F-031F-4D06-B2D1-FBDE7797AE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D6B24CB-2D97-4762-B34A-9FE40CECA82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72E85C82-5A92-4169-B806-F7A311C1C6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oup 28">
              <a:extLst>
                <a:ext uri="{FF2B5EF4-FFF2-40B4-BE49-F238E27FC236}">
                  <a16:creationId xmlns:a16="http://schemas.microsoft.com/office/drawing/2014/main" id="{536DD679-1C6F-4F84-9CA0-27B1ABCFD7D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34" name="Rectangle 33">
                <a:extLst>
                  <a:ext uri="{FF2B5EF4-FFF2-40B4-BE49-F238E27FC236}">
                    <a16:creationId xmlns:a16="http://schemas.microsoft.com/office/drawing/2014/main" id="{90EBB60D-86C6-45E0-AB7B-8C952FEBD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E06710FE-8C5F-4C9D-AF9E-1A7CDAE4C6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38556C1B-E283-4483-ACD0-2808A242AC1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32" name="Rectangle 31">
                <a:extLst>
                  <a:ext uri="{FF2B5EF4-FFF2-40B4-BE49-F238E27FC236}">
                    <a16:creationId xmlns:a16="http://schemas.microsoft.com/office/drawing/2014/main" id="{6575218D-6500-488D-AB87-B8B426C1CC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859891A-F84B-4F49-B829-12D780F427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2A4DD948-16D9-47F3-880E-69BF40A2CFB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8CED433A-4441-4EF2-A360-2D5C19C7F3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flip="none" rotWithShape="1">
            <a:gsLst>
              <a:gs pos="0">
                <a:schemeClr val="bg2">
                  <a:alpha val="60000"/>
                </a:schemeClr>
              </a:gs>
              <a:gs pos="37000">
                <a:schemeClr val="bg2">
                  <a:alpha val="60000"/>
                </a:schemeClr>
              </a:gs>
              <a:gs pos="79000">
                <a:schemeClr val="bg2">
                  <a:alpha val="0"/>
                </a:scheme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grpSp>
        <p:nvGrpSpPr>
          <p:cNvPr id="39" name="Group 38">
            <a:extLst>
              <a:ext uri="{FF2B5EF4-FFF2-40B4-BE49-F238E27FC236}">
                <a16:creationId xmlns:a16="http://schemas.microsoft.com/office/drawing/2014/main" id="{614A0AA1-C9DD-452F-AF3C-8231C0CD8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1" y="3600"/>
            <a:ext cx="6854400" cy="6854400"/>
            <a:chOff x="0" y="3600"/>
            <a:chExt cx="6854400" cy="6854400"/>
          </a:xfrm>
        </p:grpSpPr>
        <p:sp>
          <p:nvSpPr>
            <p:cNvPr id="40" name="Oval 39">
              <a:extLst>
                <a:ext uri="{FF2B5EF4-FFF2-40B4-BE49-F238E27FC236}">
                  <a16:creationId xmlns:a16="http://schemas.microsoft.com/office/drawing/2014/main" id="{081A3F73-01DC-494A-B9CC-582418F95AB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 y="36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0C4A7316-203B-47F8-B448-E54B106DB1E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 y="199202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DFB6685-5F8D-4A29-9735-BF4667A59C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descr="Waterfalls by lake">
            <a:extLst>
              <a:ext uri="{FF2B5EF4-FFF2-40B4-BE49-F238E27FC236}">
                <a16:creationId xmlns:a16="http://schemas.microsoft.com/office/drawing/2014/main" id="{7F1AEFC1-7257-E643-B3FF-F865689E1862}"/>
              </a:ext>
            </a:extLst>
          </p:cNvPr>
          <p:cNvPicPr>
            <a:picLocks noChangeAspect="1"/>
          </p:cNvPicPr>
          <p:nvPr/>
        </p:nvPicPr>
        <p:blipFill rotWithShape="1">
          <a:blip r:embed="rId3"/>
          <a:srcRect l="18455" r="14892" b="-3"/>
          <a:stretch/>
        </p:blipFill>
        <p:spPr>
          <a:xfrm>
            <a:off x="20" y="-1"/>
            <a:ext cx="6857980" cy="6858000"/>
          </a:xfrm>
          <a:custGeom>
            <a:avLst/>
            <a:gdLst/>
            <a:ahLst/>
            <a:cxnLst/>
            <a:rect l="l" t="t" r="r" b="b"/>
            <a:pathLst>
              <a:path w="6858000" h="6858000">
                <a:moveTo>
                  <a:pt x="3429001" y="0"/>
                </a:moveTo>
                <a:cubicBezTo>
                  <a:pt x="5322784" y="0"/>
                  <a:pt x="6858000" y="1535216"/>
                  <a:pt x="6858000" y="3429001"/>
                </a:cubicBezTo>
                <a:cubicBezTo>
                  <a:pt x="6858000" y="5322785"/>
                  <a:pt x="5322784" y="6858000"/>
                  <a:pt x="3429001" y="6858000"/>
                </a:cubicBezTo>
                <a:cubicBezTo>
                  <a:pt x="1535216" y="6858000"/>
                  <a:pt x="0" y="5322785"/>
                  <a:pt x="0" y="3429001"/>
                </a:cubicBezTo>
                <a:cubicBezTo>
                  <a:pt x="0" y="1535216"/>
                  <a:pt x="1535216" y="0"/>
                  <a:pt x="3429001" y="0"/>
                </a:cubicBezTo>
                <a:close/>
              </a:path>
            </a:pathLst>
          </a:custGeom>
          <a:effectLst>
            <a:softEdge rad="1016000"/>
          </a:effectLst>
        </p:spPr>
      </p:pic>
      <p:sp>
        <p:nvSpPr>
          <p:cNvPr id="2" name="Title 1">
            <a:extLst>
              <a:ext uri="{FF2B5EF4-FFF2-40B4-BE49-F238E27FC236}">
                <a16:creationId xmlns:a16="http://schemas.microsoft.com/office/drawing/2014/main" id="{B2D11C9C-6024-F5C3-855B-2307D433A1FF}"/>
              </a:ext>
            </a:extLst>
          </p:cNvPr>
          <p:cNvSpPr>
            <a:spLocks noGrp="1"/>
          </p:cNvSpPr>
          <p:nvPr>
            <p:ph type="title"/>
          </p:nvPr>
        </p:nvSpPr>
        <p:spPr>
          <a:xfrm>
            <a:off x="1649693" y="-457323"/>
            <a:ext cx="8669149" cy="1648845"/>
          </a:xfrm>
        </p:spPr>
        <p:txBody>
          <a:bodyPr vert="horz" lIns="91440" tIns="45720" rIns="91440" bIns="45720" rtlCol="0" anchor="b">
            <a:normAutofit/>
          </a:bodyPr>
          <a:lstStyle/>
          <a:p>
            <a:r>
              <a:rPr lang="en-US" sz="8100"/>
              <a:t>Waterfall Approach</a:t>
            </a:r>
          </a:p>
        </p:txBody>
      </p:sp>
      <p:sp>
        <p:nvSpPr>
          <p:cNvPr id="4" name="TextBox 3">
            <a:extLst>
              <a:ext uri="{FF2B5EF4-FFF2-40B4-BE49-F238E27FC236}">
                <a16:creationId xmlns:a16="http://schemas.microsoft.com/office/drawing/2014/main" id="{F5E58A55-0013-14C6-19A9-0F9AF0E24519}"/>
              </a:ext>
            </a:extLst>
          </p:cNvPr>
          <p:cNvSpPr txBox="1"/>
          <p:nvPr/>
        </p:nvSpPr>
        <p:spPr>
          <a:xfrm>
            <a:off x="6589058" y="1610845"/>
            <a:ext cx="5040405"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t>Highly Detailed Plan Driven Process</a:t>
            </a:r>
          </a:p>
          <a:p>
            <a:pPr marL="742950" lvl="1" indent="-285750">
              <a:buFont typeface="Arial"/>
              <a:buChar char="•"/>
            </a:pPr>
            <a:r>
              <a:rPr lang="en-US" dirty="0"/>
              <a:t>Entirely planned and documented</a:t>
            </a:r>
          </a:p>
          <a:p>
            <a:pPr marL="742950" lvl="1" indent="-285750">
              <a:buFont typeface="Arial"/>
              <a:buChar char="•"/>
            </a:pPr>
            <a:endParaRPr lang="en-US" dirty="0"/>
          </a:p>
          <a:p>
            <a:pPr marL="285750" indent="-285750">
              <a:buFont typeface="Arial"/>
              <a:buChar char="•"/>
            </a:pPr>
            <a:r>
              <a:rPr lang="en-US" dirty="0"/>
              <a:t>Clear Goals for each phase of development</a:t>
            </a:r>
          </a:p>
          <a:p>
            <a:pPr marL="285750" indent="-285750">
              <a:buFont typeface="Arial"/>
              <a:buChar char="•"/>
            </a:pPr>
            <a:endParaRPr lang="en-US" dirty="0"/>
          </a:p>
          <a:p>
            <a:pPr marL="285750" indent="-285750">
              <a:buFont typeface="Arial"/>
              <a:buChar char="•"/>
            </a:pPr>
            <a:r>
              <a:rPr lang="en-US" dirty="0"/>
              <a:t>Hard to </a:t>
            </a:r>
            <a:r>
              <a:rPr lang="en-US" dirty="0">
                <a:solidFill>
                  <a:srgbClr val="FFFFFF"/>
                </a:solidFill>
                <a:ea typeface="+mn-lt"/>
                <a:cs typeface="+mn-lt"/>
              </a:rPr>
              <a:t>accommodate </a:t>
            </a:r>
            <a:r>
              <a:rPr lang="en-US" dirty="0"/>
              <a:t>changes during production</a:t>
            </a:r>
          </a:p>
          <a:p>
            <a:pPr marL="285750" indent="-285750">
              <a:buFont typeface="Arial"/>
              <a:buChar char="•"/>
            </a:pPr>
            <a:endParaRPr lang="en-US" dirty="0"/>
          </a:p>
          <a:p>
            <a:pPr marL="285750" indent="-285750">
              <a:buFont typeface="Arial"/>
              <a:buChar char="•"/>
            </a:pPr>
            <a:r>
              <a:rPr lang="en-US" dirty="0"/>
              <a:t>Delivered in stages</a:t>
            </a:r>
          </a:p>
          <a:p>
            <a:pPr marL="285750" indent="-285750">
              <a:buFont typeface="Arial"/>
              <a:buChar char="•"/>
            </a:pPr>
            <a:endParaRPr lang="en-US" dirty="0"/>
          </a:p>
          <a:p>
            <a:pPr marL="285750" indent="-285750">
              <a:buFont typeface="Arial"/>
              <a:buChar char="•"/>
            </a:pPr>
            <a:r>
              <a:rPr lang="en-US" dirty="0"/>
              <a:t>Management closely manages the team</a:t>
            </a:r>
          </a:p>
          <a:p>
            <a:pPr marL="285750" indent="-285750">
              <a:buFont typeface="Arial"/>
              <a:buChar char="•"/>
            </a:pPr>
            <a:endParaRPr lang="en-US" dirty="0"/>
          </a:p>
          <a:p>
            <a:pPr marL="285750" indent="-285750">
              <a:buFont typeface="Arial"/>
              <a:buChar char="•"/>
            </a:pPr>
            <a:r>
              <a:rPr lang="en-US" dirty="0"/>
              <a:t>Testing is done near the end of production</a:t>
            </a:r>
          </a:p>
          <a:p>
            <a:pPr marL="285750" indent="-285750">
              <a:buFont typeface="Arial"/>
              <a:buChar char="•"/>
            </a:pPr>
            <a:endParaRPr lang="en-US" dirty="0"/>
          </a:p>
          <a:p>
            <a:pPr marL="285750" indent="-285750">
              <a:buFont typeface="Arial"/>
              <a:buChar char="•"/>
            </a:pPr>
            <a:endParaRPr lang="en-US" dirty="0"/>
          </a:p>
        </p:txBody>
      </p:sp>
    </p:spTree>
    <p:extLst>
      <p:ext uri="{BB962C8B-B14F-4D97-AF65-F5344CB8AC3E}">
        <p14:creationId xmlns:p14="http://schemas.microsoft.com/office/powerpoint/2010/main" val="958038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BF4E480B-94D6-46F9-A2B6-B98D311FDC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54" name="Rectangle 53">
              <a:extLst>
                <a:ext uri="{FF2B5EF4-FFF2-40B4-BE49-F238E27FC236}">
                  <a16:creationId xmlns:a16="http://schemas.microsoft.com/office/drawing/2014/main" id="{07183CDE-91A1-40C3-8E80-66F89E1C2D5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55" name="Oval 54">
              <a:extLst>
                <a:ext uri="{FF2B5EF4-FFF2-40B4-BE49-F238E27FC236}">
                  <a16:creationId xmlns:a16="http://schemas.microsoft.com/office/drawing/2014/main" id="{A6756515-F9AA-46BD-8DD2-AA15BA492A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56" name="Oval 55">
              <a:extLst>
                <a:ext uri="{FF2B5EF4-FFF2-40B4-BE49-F238E27FC236}">
                  <a16:creationId xmlns:a16="http://schemas.microsoft.com/office/drawing/2014/main" id="{ABA365E2-8B71-408B-9092-0104216AC7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57" name="Group 56">
              <a:extLst>
                <a:ext uri="{FF2B5EF4-FFF2-40B4-BE49-F238E27FC236}">
                  <a16:creationId xmlns:a16="http://schemas.microsoft.com/office/drawing/2014/main" id="{BEDB8D7A-1BF6-4CDB-B93A-7736955F50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62" name="Rectangle 61">
                <a:extLst>
                  <a:ext uri="{FF2B5EF4-FFF2-40B4-BE49-F238E27FC236}">
                    <a16:creationId xmlns:a16="http://schemas.microsoft.com/office/drawing/2014/main" id="{5AACD774-5167-46C7-8A62-6E2FE4BE94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3" name="Rectangle 62">
                <a:extLst>
                  <a:ext uri="{FF2B5EF4-FFF2-40B4-BE49-F238E27FC236}">
                    <a16:creationId xmlns:a16="http://schemas.microsoft.com/office/drawing/2014/main" id="{06E0F2D8-452E-48F9-9912-C47EAEAE1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58" name="Group 57">
              <a:extLst>
                <a:ext uri="{FF2B5EF4-FFF2-40B4-BE49-F238E27FC236}">
                  <a16:creationId xmlns:a16="http://schemas.microsoft.com/office/drawing/2014/main" id="{91FBBF95-430B-427C-A6E8-DB899217F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60" name="Rectangle 59">
                <a:extLst>
                  <a:ext uri="{FF2B5EF4-FFF2-40B4-BE49-F238E27FC236}">
                    <a16:creationId xmlns:a16="http://schemas.microsoft.com/office/drawing/2014/main" id="{BEE64698-3ED2-4395-B7FC-65248E437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1" name="Rectangle 60">
                <a:extLst>
                  <a:ext uri="{FF2B5EF4-FFF2-40B4-BE49-F238E27FC236}">
                    <a16:creationId xmlns:a16="http://schemas.microsoft.com/office/drawing/2014/main" id="{FE20B1E1-CE09-4C2A-A3FB-DB8026C54E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59" name="Rectangle 58">
              <a:extLst>
                <a:ext uri="{FF2B5EF4-FFF2-40B4-BE49-F238E27FC236}">
                  <a16:creationId xmlns:a16="http://schemas.microsoft.com/office/drawing/2014/main" id="{0CB2405B-A907-48B3-906A-FB3573C0B2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65" name="Rectangle 64">
            <a:extLst>
              <a:ext uri="{FF2B5EF4-FFF2-40B4-BE49-F238E27FC236}">
                <a16:creationId xmlns:a16="http://schemas.microsoft.com/office/drawing/2014/main" id="{6DC8E2D9-6729-4614-8667-C1016D318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67" name="Rectangle 66">
            <a:extLst>
              <a:ext uri="{FF2B5EF4-FFF2-40B4-BE49-F238E27FC236}">
                <a16:creationId xmlns:a16="http://schemas.microsoft.com/office/drawing/2014/main" id="{9C51935E-4A08-4AE4-8E13-F40CD3C4F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9" name="Group 68">
            <a:extLst>
              <a:ext uri="{FF2B5EF4-FFF2-40B4-BE49-F238E27FC236}">
                <a16:creationId xmlns:a16="http://schemas.microsoft.com/office/drawing/2014/main" id="{6E2935B3-43F9-4F49-AEEE-A09015DDFF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70" name="Rectangle 69">
              <a:extLst>
                <a:ext uri="{FF2B5EF4-FFF2-40B4-BE49-F238E27FC236}">
                  <a16:creationId xmlns:a16="http://schemas.microsoft.com/office/drawing/2014/main" id="{823C3E9F-031F-4D06-B2D1-FBDE7797AE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AD6B24CB-2D97-4762-B34A-9FE40CECA82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72E85C82-5A92-4169-B806-F7A311C1C6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3" name="Group 72">
              <a:extLst>
                <a:ext uri="{FF2B5EF4-FFF2-40B4-BE49-F238E27FC236}">
                  <a16:creationId xmlns:a16="http://schemas.microsoft.com/office/drawing/2014/main" id="{536DD679-1C6F-4F84-9CA0-27B1ABCFD7D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78" name="Rectangle 77">
                <a:extLst>
                  <a:ext uri="{FF2B5EF4-FFF2-40B4-BE49-F238E27FC236}">
                    <a16:creationId xmlns:a16="http://schemas.microsoft.com/office/drawing/2014/main" id="{90EBB60D-86C6-45E0-AB7B-8C952FEBD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E06710FE-8C5F-4C9D-AF9E-1A7CDAE4C6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73">
              <a:extLst>
                <a:ext uri="{FF2B5EF4-FFF2-40B4-BE49-F238E27FC236}">
                  <a16:creationId xmlns:a16="http://schemas.microsoft.com/office/drawing/2014/main" id="{38556C1B-E283-4483-ACD0-2808A242AC1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76" name="Rectangle 75">
                <a:extLst>
                  <a:ext uri="{FF2B5EF4-FFF2-40B4-BE49-F238E27FC236}">
                    <a16:creationId xmlns:a16="http://schemas.microsoft.com/office/drawing/2014/main" id="{6575218D-6500-488D-AB87-B8B426C1CC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0859891A-F84B-4F49-B829-12D780F427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a:extLst>
                <a:ext uri="{FF2B5EF4-FFF2-40B4-BE49-F238E27FC236}">
                  <a16:creationId xmlns:a16="http://schemas.microsoft.com/office/drawing/2014/main" id="{2A4DD948-16D9-47F3-880E-69BF40A2CFB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1" name="Rectangle 80">
            <a:extLst>
              <a:ext uri="{FF2B5EF4-FFF2-40B4-BE49-F238E27FC236}">
                <a16:creationId xmlns:a16="http://schemas.microsoft.com/office/drawing/2014/main" id="{8CED433A-4441-4EF2-A360-2D5C19C7F3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flip="none" rotWithShape="1">
            <a:gsLst>
              <a:gs pos="0">
                <a:schemeClr val="bg2">
                  <a:alpha val="60000"/>
                </a:schemeClr>
              </a:gs>
              <a:gs pos="37000">
                <a:schemeClr val="bg2">
                  <a:alpha val="60000"/>
                </a:schemeClr>
              </a:gs>
              <a:gs pos="79000">
                <a:schemeClr val="bg2">
                  <a:alpha val="0"/>
                </a:scheme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grpSp>
        <p:nvGrpSpPr>
          <p:cNvPr id="83" name="Group 82">
            <a:extLst>
              <a:ext uri="{FF2B5EF4-FFF2-40B4-BE49-F238E27FC236}">
                <a16:creationId xmlns:a16="http://schemas.microsoft.com/office/drawing/2014/main" id="{614A0AA1-C9DD-452F-AF3C-8231C0CD8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1" y="3600"/>
            <a:ext cx="6854400" cy="6854400"/>
            <a:chOff x="0" y="3600"/>
            <a:chExt cx="6854400" cy="6854400"/>
          </a:xfrm>
        </p:grpSpPr>
        <p:sp>
          <p:nvSpPr>
            <p:cNvPr id="84" name="Oval 83">
              <a:extLst>
                <a:ext uri="{FF2B5EF4-FFF2-40B4-BE49-F238E27FC236}">
                  <a16:creationId xmlns:a16="http://schemas.microsoft.com/office/drawing/2014/main" id="{081A3F73-01DC-494A-B9CC-582418F95AB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 y="36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0C4A7316-203B-47F8-B448-E54B106DB1E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 y="199202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2DFB6685-5F8D-4A29-9735-BF4667A59C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9" name="Picture 48" descr="Wood human figure">
            <a:extLst>
              <a:ext uri="{FF2B5EF4-FFF2-40B4-BE49-F238E27FC236}">
                <a16:creationId xmlns:a16="http://schemas.microsoft.com/office/drawing/2014/main" id="{CB86B954-F1B3-B739-8A5A-C4DB67C9AA2C}"/>
              </a:ext>
            </a:extLst>
          </p:cNvPr>
          <p:cNvPicPr>
            <a:picLocks noChangeAspect="1"/>
          </p:cNvPicPr>
          <p:nvPr/>
        </p:nvPicPr>
        <p:blipFill rotWithShape="1">
          <a:blip r:embed="rId3"/>
          <a:srcRect r="33347" b="-3"/>
          <a:stretch/>
        </p:blipFill>
        <p:spPr>
          <a:xfrm>
            <a:off x="20" y="-1"/>
            <a:ext cx="6857980" cy="6858000"/>
          </a:xfrm>
          <a:custGeom>
            <a:avLst/>
            <a:gdLst/>
            <a:ahLst/>
            <a:cxnLst/>
            <a:rect l="l" t="t" r="r" b="b"/>
            <a:pathLst>
              <a:path w="6858000" h="6858000">
                <a:moveTo>
                  <a:pt x="3429001" y="0"/>
                </a:moveTo>
                <a:cubicBezTo>
                  <a:pt x="5322784" y="0"/>
                  <a:pt x="6858000" y="1535216"/>
                  <a:pt x="6858000" y="3429001"/>
                </a:cubicBezTo>
                <a:cubicBezTo>
                  <a:pt x="6858000" y="5322785"/>
                  <a:pt x="5322784" y="6858000"/>
                  <a:pt x="3429001" y="6858000"/>
                </a:cubicBezTo>
                <a:cubicBezTo>
                  <a:pt x="1535216" y="6858000"/>
                  <a:pt x="0" y="5322785"/>
                  <a:pt x="0" y="3429001"/>
                </a:cubicBezTo>
                <a:cubicBezTo>
                  <a:pt x="0" y="1535216"/>
                  <a:pt x="1535216" y="0"/>
                  <a:pt x="3429001" y="0"/>
                </a:cubicBezTo>
                <a:close/>
              </a:path>
            </a:pathLst>
          </a:custGeom>
          <a:effectLst>
            <a:softEdge rad="1016000"/>
          </a:effectLst>
        </p:spPr>
      </p:pic>
      <p:sp>
        <p:nvSpPr>
          <p:cNvPr id="2" name="Title 1">
            <a:extLst>
              <a:ext uri="{FF2B5EF4-FFF2-40B4-BE49-F238E27FC236}">
                <a16:creationId xmlns:a16="http://schemas.microsoft.com/office/drawing/2014/main" id="{7DFBC48D-AFFA-1BF9-10B6-EE1248A5DDDF}"/>
              </a:ext>
            </a:extLst>
          </p:cNvPr>
          <p:cNvSpPr>
            <a:spLocks noGrp="1"/>
          </p:cNvSpPr>
          <p:nvPr>
            <p:ph type="title"/>
          </p:nvPr>
        </p:nvSpPr>
        <p:spPr>
          <a:xfrm>
            <a:off x="226546" y="-233206"/>
            <a:ext cx="11896442" cy="1951403"/>
          </a:xfrm>
        </p:spPr>
        <p:txBody>
          <a:bodyPr vert="horz" lIns="91440" tIns="45720" rIns="91440" bIns="45720" rtlCol="0" anchor="b">
            <a:normAutofit/>
          </a:bodyPr>
          <a:lstStyle/>
          <a:p>
            <a:pPr algn="ctr"/>
            <a:r>
              <a:rPr lang="en-US" sz="5500"/>
              <a:t>Things to Consider before choosing your approach</a:t>
            </a:r>
          </a:p>
        </p:txBody>
      </p:sp>
      <p:sp>
        <p:nvSpPr>
          <p:cNvPr id="14" name="TextBox 13">
            <a:extLst>
              <a:ext uri="{FF2B5EF4-FFF2-40B4-BE49-F238E27FC236}">
                <a16:creationId xmlns:a16="http://schemas.microsoft.com/office/drawing/2014/main" id="{E993E879-0245-6F08-A071-1176C04798BA}"/>
              </a:ext>
            </a:extLst>
          </p:cNvPr>
          <p:cNvSpPr txBox="1"/>
          <p:nvPr/>
        </p:nvSpPr>
        <p:spPr>
          <a:xfrm>
            <a:off x="6591860" y="2028265"/>
            <a:ext cx="4480111"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800" dirty="0">
                <a:latin typeface="Bell MT"/>
              </a:rPr>
              <a:t>Amount of uncertainty</a:t>
            </a:r>
          </a:p>
          <a:p>
            <a:pPr marL="285750" indent="-285750">
              <a:buFont typeface="Arial"/>
              <a:buChar char="•"/>
            </a:pPr>
            <a:endParaRPr lang="en-US" sz="2800" dirty="0">
              <a:latin typeface="Bell MT"/>
            </a:endParaRPr>
          </a:p>
          <a:p>
            <a:pPr marL="285750" indent="-285750">
              <a:buFont typeface="Arial"/>
              <a:buChar char="•"/>
            </a:pPr>
            <a:r>
              <a:rPr lang="en-US" sz="2800" dirty="0">
                <a:latin typeface="Bell MT"/>
              </a:rPr>
              <a:t>Customers Budget</a:t>
            </a:r>
          </a:p>
          <a:p>
            <a:pPr marL="285750" indent="-285750">
              <a:buFont typeface="Arial"/>
              <a:buChar char="•"/>
            </a:pPr>
            <a:endParaRPr lang="en-US" sz="2800" dirty="0">
              <a:latin typeface="Bell MT"/>
            </a:endParaRPr>
          </a:p>
          <a:p>
            <a:pPr marL="285750" indent="-285750">
              <a:buFont typeface="Arial"/>
              <a:buChar char="•"/>
            </a:pPr>
            <a:r>
              <a:rPr lang="en-US" sz="2800" dirty="0">
                <a:latin typeface="Bell MT"/>
              </a:rPr>
              <a:t>Project Timeline</a:t>
            </a:r>
          </a:p>
          <a:p>
            <a:pPr marL="285750" indent="-285750">
              <a:buFont typeface="Arial"/>
              <a:buChar char="•"/>
            </a:pPr>
            <a:endParaRPr lang="en-US" sz="2800" dirty="0">
              <a:latin typeface="Bell MT"/>
            </a:endParaRPr>
          </a:p>
          <a:p>
            <a:pPr marL="285750" indent="-285750">
              <a:buFont typeface="Arial"/>
              <a:buChar char="•"/>
            </a:pPr>
            <a:r>
              <a:rPr lang="en-US" sz="2800" dirty="0">
                <a:latin typeface="Bell MT"/>
              </a:rPr>
              <a:t>Complexity of Project</a:t>
            </a:r>
          </a:p>
        </p:txBody>
      </p:sp>
    </p:spTree>
    <p:extLst>
      <p:ext uri="{BB962C8B-B14F-4D97-AF65-F5344CB8AC3E}">
        <p14:creationId xmlns:p14="http://schemas.microsoft.com/office/powerpoint/2010/main" val="4172640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2" name="Group 101">
            <a:extLst>
              <a:ext uri="{FF2B5EF4-FFF2-40B4-BE49-F238E27FC236}">
                <a16:creationId xmlns:a16="http://schemas.microsoft.com/office/drawing/2014/main" id="{30D050C3-946A-4155-B469-3FE5492E6E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103" name="Rectangle 102">
              <a:extLst>
                <a:ext uri="{FF2B5EF4-FFF2-40B4-BE49-F238E27FC236}">
                  <a16:creationId xmlns:a16="http://schemas.microsoft.com/office/drawing/2014/main" id="{70D7BFBB-BF60-4EF1-AF1C-731347DB115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03">
              <a:extLst>
                <a:ext uri="{FF2B5EF4-FFF2-40B4-BE49-F238E27FC236}">
                  <a16:creationId xmlns:a16="http://schemas.microsoft.com/office/drawing/2014/main" id="{40150CBC-E30B-417C-9BB2-CE6BB1A644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476020D6-6ADB-408E-A69F-4EA6F51A7F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6" name="Group 105">
              <a:extLst>
                <a:ext uri="{FF2B5EF4-FFF2-40B4-BE49-F238E27FC236}">
                  <a16:creationId xmlns:a16="http://schemas.microsoft.com/office/drawing/2014/main" id="{8226C8E5-1D99-421D-AB3C-2AF296A1532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111" name="Rectangle 110">
                <a:extLst>
                  <a:ext uri="{FF2B5EF4-FFF2-40B4-BE49-F238E27FC236}">
                    <a16:creationId xmlns:a16="http://schemas.microsoft.com/office/drawing/2014/main" id="{67669339-D0C4-4CF0-9A76-5BFBCDB798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38B31604-91C4-4CB0-8097-02EE0ADDC1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7" name="Group 106">
              <a:extLst>
                <a:ext uri="{FF2B5EF4-FFF2-40B4-BE49-F238E27FC236}">
                  <a16:creationId xmlns:a16="http://schemas.microsoft.com/office/drawing/2014/main" id="{548340F5-A593-469A-98DC-B6D90D3B22B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09" name="Rectangle 108">
                <a:extLst>
                  <a:ext uri="{FF2B5EF4-FFF2-40B4-BE49-F238E27FC236}">
                    <a16:creationId xmlns:a16="http://schemas.microsoft.com/office/drawing/2014/main" id="{B59E3068-3000-4C82-ACA8-367498951E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C2E1C398-D8F7-4828-9F7F-80D61DAE2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8" name="Rectangle 107">
              <a:extLst>
                <a:ext uri="{FF2B5EF4-FFF2-40B4-BE49-F238E27FC236}">
                  <a16:creationId xmlns:a16="http://schemas.microsoft.com/office/drawing/2014/main" id="{813B333C-60FD-4260-80E0-190666C9DE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4" name="Rectangle 113">
            <a:extLst>
              <a:ext uri="{FF2B5EF4-FFF2-40B4-BE49-F238E27FC236}">
                <a16:creationId xmlns:a16="http://schemas.microsoft.com/office/drawing/2014/main" id="{DC05F582-AA63-4A8C-915E-66057E4BE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flip="none" rotWithShape="1">
            <a:gsLst>
              <a:gs pos="0">
                <a:schemeClr val="bg2">
                  <a:alpha val="60000"/>
                </a:schemeClr>
              </a:gs>
              <a:gs pos="37000">
                <a:schemeClr val="bg2">
                  <a:alpha val="60000"/>
                </a:schemeClr>
              </a:gs>
              <a:gs pos="79000">
                <a:schemeClr val="bg2">
                  <a:alpha val="0"/>
                </a:scheme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DEEFA8A1-A3DF-2BC9-37B4-B91771784314}"/>
              </a:ext>
            </a:extLst>
          </p:cNvPr>
          <p:cNvSpPr>
            <a:spLocks noGrp="1"/>
          </p:cNvSpPr>
          <p:nvPr>
            <p:ph type="title"/>
          </p:nvPr>
        </p:nvSpPr>
        <p:spPr>
          <a:xfrm>
            <a:off x="7097520" y="540000"/>
            <a:ext cx="4778939" cy="1076714"/>
          </a:xfrm>
        </p:spPr>
        <p:txBody>
          <a:bodyPr vert="horz" lIns="91440" tIns="45720" rIns="91440" bIns="45720" rtlCol="0" anchor="b">
            <a:normAutofit/>
          </a:bodyPr>
          <a:lstStyle/>
          <a:p>
            <a:r>
              <a:rPr lang="en-US"/>
              <a:t>Reference List</a:t>
            </a:r>
          </a:p>
        </p:txBody>
      </p:sp>
      <p:pic>
        <p:nvPicPr>
          <p:cNvPr id="4" name="Picture 5" descr="HD wallpaper: computer, Hi-Tech, technology | Wallpaper Flare">
            <a:extLst>
              <a:ext uri="{FF2B5EF4-FFF2-40B4-BE49-F238E27FC236}">
                <a16:creationId xmlns:a16="http://schemas.microsoft.com/office/drawing/2014/main" id="{CB27C759-0B9A-795E-66DD-C85C6ADA79F7}"/>
              </a:ext>
            </a:extLst>
          </p:cNvPr>
          <p:cNvPicPr>
            <a:picLocks noChangeAspect="1"/>
          </p:cNvPicPr>
          <p:nvPr/>
        </p:nvPicPr>
        <p:blipFill rotWithShape="1">
          <a:blip r:embed="rId2"/>
          <a:srcRect l="17702" r="25210" b="-1"/>
          <a:stretch/>
        </p:blipFill>
        <p:spPr>
          <a:xfrm>
            <a:off x="20" y="10"/>
            <a:ext cx="6444556" cy="6857990"/>
          </a:xfrm>
          <a:prstGeom prst="rect">
            <a:avLst/>
          </a:prstGeom>
        </p:spPr>
      </p:pic>
      <p:sp>
        <p:nvSpPr>
          <p:cNvPr id="6" name="TextBox 5">
            <a:extLst>
              <a:ext uri="{FF2B5EF4-FFF2-40B4-BE49-F238E27FC236}">
                <a16:creationId xmlns:a16="http://schemas.microsoft.com/office/drawing/2014/main" id="{D007763F-F981-9B14-E04C-53D272A6934B}"/>
              </a:ext>
            </a:extLst>
          </p:cNvPr>
          <p:cNvSpPr txBox="1"/>
          <p:nvPr/>
        </p:nvSpPr>
        <p:spPr>
          <a:xfrm>
            <a:off x="6622211" y="2028239"/>
            <a:ext cx="5612837" cy="2577193"/>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69875">
              <a:lnSpc>
                <a:spcPct val="115000"/>
              </a:lnSpc>
              <a:spcAft>
                <a:spcPts val="600"/>
              </a:spcAft>
              <a:buFont typeface="Arial" panose="020B0604020202020204" pitchFamily="34" charset="0"/>
              <a:buChar char="•"/>
            </a:pPr>
            <a:r>
              <a:rPr lang="en-US" sz="1100" spc="50" dirty="0"/>
              <a:t>Charles G. Cobb. (2015). </a:t>
            </a:r>
            <a:r>
              <a:rPr lang="en-US" sz="1100" i="1" spc="50" dirty="0"/>
              <a:t>The Project Manager’s Guide to Mastering Agile : Principles and Practices for an Adaptive Approach</a:t>
            </a:r>
            <a:r>
              <a:rPr lang="en-US" sz="1100" spc="50" dirty="0"/>
              <a:t>. Wiley.</a:t>
            </a:r>
            <a:endParaRPr lang="en-US" dirty="0"/>
          </a:p>
          <a:p>
            <a:pPr indent="-269875">
              <a:lnSpc>
                <a:spcPct val="115000"/>
              </a:lnSpc>
              <a:spcAft>
                <a:spcPts val="600"/>
              </a:spcAft>
              <a:buFont typeface="Arial" panose="020B0604020202020204" pitchFamily="34" charset="0"/>
              <a:buChar char="•"/>
            </a:pPr>
            <a:endParaRPr lang="en-US" sz="1100" spc="50"/>
          </a:p>
          <a:p>
            <a:pPr indent="-269875">
              <a:lnSpc>
                <a:spcPct val="115000"/>
              </a:lnSpc>
              <a:spcAft>
                <a:spcPts val="600"/>
              </a:spcAft>
              <a:buFont typeface="Arial" panose="020B0604020202020204" pitchFamily="34" charset="0"/>
              <a:buChar char="•"/>
            </a:pPr>
            <a:r>
              <a:rPr lang="en-US" sz="1100" spc="50" dirty="0"/>
              <a:t>Schwaber, K., &amp; Sutherland, J. (2020). The 2020 Scrum Guide. Attribution Share-Alike license of Creative Commons. Retrieved June 17, 2023, from https://scrumguides.org/scrum-guide.html. </a:t>
            </a:r>
          </a:p>
          <a:p>
            <a:pPr indent="-269875">
              <a:lnSpc>
                <a:spcPct val="115000"/>
              </a:lnSpc>
              <a:spcAft>
                <a:spcPts val="600"/>
              </a:spcAft>
              <a:buFont typeface="Arial" panose="020B0604020202020204" pitchFamily="34" charset="0"/>
              <a:buChar char="•"/>
            </a:pPr>
            <a:endParaRPr lang="en-US" sz="1100" spc="50"/>
          </a:p>
          <a:p>
            <a:pPr marL="15875" indent="-269875">
              <a:lnSpc>
                <a:spcPct val="115000"/>
              </a:lnSpc>
              <a:spcAft>
                <a:spcPts val="600"/>
              </a:spcAft>
              <a:buFont typeface="Arial" panose="020B0604020202020204" pitchFamily="34" charset="0"/>
              <a:buChar char="•"/>
            </a:pPr>
            <a:r>
              <a:rPr lang="en-US" sz="1100" spc="50" dirty="0"/>
              <a:t>Overeem, B. (2016, July). </a:t>
            </a:r>
            <a:r>
              <a:rPr lang="en-US" sz="1100" i="1" spc="50" dirty="0"/>
              <a:t>Characteristics of a Great Scrum Team</a:t>
            </a:r>
            <a:r>
              <a:rPr lang="en-US" sz="1100" spc="50" dirty="0"/>
              <a:t>. Scrum.org. https://scrumorg-website-prod.s3.amazonaws.com/drupal/2016-08/Characteristics%20of%20a%20Great%20Scrum%20Team.pdf </a:t>
            </a:r>
          </a:p>
          <a:p>
            <a:pPr indent="-269875">
              <a:lnSpc>
                <a:spcPct val="115000"/>
              </a:lnSpc>
              <a:spcAft>
                <a:spcPts val="600"/>
              </a:spcAft>
              <a:buFont typeface="Arial" panose="020B0604020202020204" pitchFamily="34" charset="0"/>
              <a:buChar char="•"/>
            </a:pPr>
            <a:endParaRPr lang="en-US" sz="1100" spc="50"/>
          </a:p>
          <a:p>
            <a:pPr indent="-269875">
              <a:lnSpc>
                <a:spcPct val="115000"/>
              </a:lnSpc>
              <a:spcAft>
                <a:spcPts val="600"/>
              </a:spcAft>
              <a:buFont typeface="Arial" panose="020B0604020202020204" pitchFamily="34" charset="0"/>
              <a:buChar char="•"/>
            </a:pPr>
            <a:endParaRPr lang="en-US" sz="1100" spc="50"/>
          </a:p>
          <a:p>
            <a:pPr indent="-269875">
              <a:lnSpc>
                <a:spcPct val="115000"/>
              </a:lnSpc>
              <a:spcAft>
                <a:spcPts val="600"/>
              </a:spcAft>
              <a:buFont typeface="Arial" panose="020B0604020202020204" pitchFamily="34" charset="0"/>
              <a:buChar char="•"/>
            </a:pPr>
            <a:endParaRPr lang="en-US" sz="1100" spc="50"/>
          </a:p>
        </p:txBody>
      </p:sp>
    </p:spTree>
    <p:extLst>
      <p:ext uri="{BB962C8B-B14F-4D97-AF65-F5344CB8AC3E}">
        <p14:creationId xmlns:p14="http://schemas.microsoft.com/office/powerpoint/2010/main" val="1363558051"/>
      </p:ext>
    </p:extLst>
  </p:cSld>
  <p:clrMapOvr>
    <a:masterClrMapping/>
  </p:clrMapOvr>
</p:sld>
</file>

<file path=ppt/theme/theme1.xml><?xml version="1.0" encoding="utf-8"?>
<a:theme xmlns:a="http://schemas.openxmlformats.org/drawingml/2006/main" name="GlowVTI">
  <a:themeElements>
    <a:clrScheme name="Glow">
      <a:dk1>
        <a:sysClr val="windowText" lastClr="000000"/>
      </a:dk1>
      <a:lt1>
        <a:sysClr val="window" lastClr="FFFFFF"/>
      </a:lt1>
      <a:dk2>
        <a:srgbClr val="000000"/>
      </a:dk2>
      <a:lt2>
        <a:srgbClr val="F2F2F2"/>
      </a:lt2>
      <a:accent1>
        <a:srgbClr val="00BAC8"/>
      </a:accent1>
      <a:accent2>
        <a:srgbClr val="794DFF"/>
      </a:accent2>
      <a:accent3>
        <a:srgbClr val="00D17D"/>
      </a:accent3>
      <a:accent4>
        <a:srgbClr val="E69500"/>
      </a:accent4>
      <a:accent5>
        <a:srgbClr val="FE5D21"/>
      </a:accent5>
      <a:accent6>
        <a:srgbClr val="404040"/>
      </a:accent6>
      <a:hlink>
        <a:srgbClr val="3E8FF1"/>
      </a:hlink>
      <a:folHlink>
        <a:srgbClr val="939393"/>
      </a:folHlink>
    </a:clrScheme>
    <a:fontScheme name="Blur">
      <a:majorFont>
        <a:latin typeface="Bell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owVTI" id="{D5B5AA20-F6D3-43B8-AF6B-ECAF69256418}" vid="{93025AB5-1D44-4CD3-9BC3-729F6E11E0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4</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GlowVTI</vt:lpstr>
      <vt:lpstr>Scrum-agile Approach</vt:lpstr>
      <vt:lpstr>The Scrum-Agile Team</vt:lpstr>
      <vt:lpstr>Software Development Life Cycle SDLC Phases in Agile</vt:lpstr>
      <vt:lpstr>Waterfall Approach</vt:lpstr>
      <vt:lpstr>Things to Consider before choosing your approach</vt:lpstr>
      <vt:lpstr>Reference 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836</cp:revision>
  <dcterms:created xsi:type="dcterms:W3CDTF">2023-06-17T17:40:16Z</dcterms:created>
  <dcterms:modified xsi:type="dcterms:W3CDTF">2023-06-17T21:17:19Z</dcterms:modified>
</cp:coreProperties>
</file>